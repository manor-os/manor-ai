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4e72e5cbc4090" /><Relationship Type="http://schemas.openxmlformats.org/officeDocument/2006/relationships/extended-properties" Target="/docProps/app.xml" Id="R863383f2fada40b9" /><Relationship Type="http://schemas.openxmlformats.org/officeDocument/2006/relationships/officeDocument" Target="/ppt/presentation.xml" Id="Rad5cf32eee364f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d9b0b357b4a28"/>
  </p:sldMasterIdLst>
  <p:notesMasterIdLst>
    <p:notesMasterId xmlns:r="http://schemas.openxmlformats.org/officeDocument/2006/relationships" r:id="Rfe86caec01ba459e"/>
  </p:notesMasterIdLst>
  <p:sldIdLst>
    <p:sldId xmlns:r="http://schemas.openxmlformats.org/officeDocument/2006/relationships" id="256" r:id="R471d8783d5c94445"/>
    <p:sldId xmlns:r="http://schemas.openxmlformats.org/officeDocument/2006/relationships" id="257" r:id="R160c1b737ade4936"/>
    <p:sldId xmlns:r="http://schemas.openxmlformats.org/officeDocument/2006/relationships" id="258" r:id="R24d9dd053e5a4335"/>
    <p:sldId xmlns:r="http://schemas.openxmlformats.org/officeDocument/2006/relationships" id="259" r:id="R0ef36c76f5314019"/>
    <p:sldId xmlns:r="http://schemas.openxmlformats.org/officeDocument/2006/relationships" id="260" r:id="R9a2c2340e31c4699"/>
    <p:sldId xmlns:r="http://schemas.openxmlformats.org/officeDocument/2006/relationships" id="261" r:id="R2a039ba7dcab49da"/>
    <p:sldId xmlns:r="http://schemas.openxmlformats.org/officeDocument/2006/relationships" id="262" r:id="Rbb75e6472e674a05"/>
    <p:sldId xmlns:r="http://schemas.openxmlformats.org/officeDocument/2006/relationships" id="263" r:id="R45e63bb5cc9a4dfb"/>
    <p:sldId xmlns:r="http://schemas.openxmlformats.org/officeDocument/2006/relationships" id="264" r:id="Rdd5dfa1ae1fe475f"/>
    <p:sldId xmlns:r="http://schemas.openxmlformats.org/officeDocument/2006/relationships" id="265" r:id="Rc780629547f74e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d0f18796a74d61" /><Relationship Type="http://schemas.openxmlformats.org/officeDocument/2006/relationships/slideMaster" Target="/ppt/slideMasters/slideMaster1.xml" Id="R63ed9b0b357b4a28" /><Relationship Type="http://schemas.openxmlformats.org/officeDocument/2006/relationships/notesMaster" Target="/ppt/notesMasters/notesMaster1.xml" Id="Rfe86caec01ba459e" /><Relationship Type="http://schemas.openxmlformats.org/officeDocument/2006/relationships/presProps" Target="/ppt/presProps.xml" Id="R6e8700f684814ebe" /><Relationship Type="http://schemas.openxmlformats.org/officeDocument/2006/relationships/tableStyles" Target="/ppt/tableStyles.xml" Id="Rf7ff4f8b50444f3b" /><Relationship Type="http://schemas.openxmlformats.org/officeDocument/2006/relationships/slide" Target="/ppt/slides/slide1.xml" Id="R471d8783d5c94445" /><Relationship Type="http://schemas.openxmlformats.org/officeDocument/2006/relationships/slide" Target="/ppt/slides/slide2.xml" Id="R160c1b737ade4936" /><Relationship Type="http://schemas.openxmlformats.org/officeDocument/2006/relationships/slide" Target="/ppt/slides/slide3.xml" Id="R24d9dd053e5a4335" /><Relationship Type="http://schemas.openxmlformats.org/officeDocument/2006/relationships/slide" Target="/ppt/slides/slide4.xml" Id="R0ef36c76f5314019" /><Relationship Type="http://schemas.openxmlformats.org/officeDocument/2006/relationships/slide" Target="/ppt/slides/slide5.xml" Id="R9a2c2340e31c4699" /><Relationship Type="http://schemas.openxmlformats.org/officeDocument/2006/relationships/slide" Target="/ppt/slides/slide6.xml" Id="R2a039ba7dcab49da" /><Relationship Type="http://schemas.openxmlformats.org/officeDocument/2006/relationships/slide" Target="/ppt/slides/slide7.xml" Id="Rbb75e6472e674a05" /><Relationship Type="http://schemas.openxmlformats.org/officeDocument/2006/relationships/slide" Target="/ppt/slides/slide8.xml" Id="R45e63bb5cc9a4dfb" /><Relationship Type="http://schemas.openxmlformats.org/officeDocument/2006/relationships/slide" Target="/ppt/slides/slide9.xml" Id="Rdd5dfa1ae1fe475f" /><Relationship Type="http://schemas.openxmlformats.org/officeDocument/2006/relationships/slide" Target="/ppt/slides/slide10.xml" Id="Rc780629547f74e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1cff0f6ee440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c3c037bd904cae" /><Relationship Type="http://schemas.openxmlformats.org/officeDocument/2006/relationships/notesMaster" Target="/ppt/notesMasters/notesMaster1.xml" Id="R51fcda11c9014b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4d0c7c938a42c3" /><Relationship Type="http://schemas.openxmlformats.org/officeDocument/2006/relationships/notesMaster" Target="/ppt/notesMasters/notesMaster1.xml" Id="R1e62a506364d45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26b10cab424c07" /><Relationship Type="http://schemas.openxmlformats.org/officeDocument/2006/relationships/notesMaster" Target="/ppt/notesMasters/notesMaster1.xml" Id="R061134bf4f964a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cedd89f65641ec" /><Relationship Type="http://schemas.openxmlformats.org/officeDocument/2006/relationships/notesMaster" Target="/ppt/notesMasters/notesMaster1.xml" Id="R3fb0569ecc5a41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25001157ed4fdb" /><Relationship Type="http://schemas.openxmlformats.org/officeDocument/2006/relationships/notesMaster" Target="/ppt/notesMasters/notesMaster1.xml" Id="Rb68a4cc696bc4b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4dac1be0f94e88" /><Relationship Type="http://schemas.openxmlformats.org/officeDocument/2006/relationships/notesMaster" Target="/ppt/notesMasters/notesMaster1.xml" Id="R43d167b2ae7f43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27962778d84a52" /><Relationship Type="http://schemas.openxmlformats.org/officeDocument/2006/relationships/notesMaster" Target="/ppt/notesMasters/notesMaster1.xml" Id="R28076c6f56654a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b0e6d84f4a4c26" /><Relationship Type="http://schemas.openxmlformats.org/officeDocument/2006/relationships/notesMaster" Target="/ppt/notesMasters/notesMaster1.xml" Id="R2ad56af9501f45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6df0b822ce4cc2" /><Relationship Type="http://schemas.openxmlformats.org/officeDocument/2006/relationships/notesMaster" Target="/ppt/notesMasters/notesMaster1.xml" Id="R4faafc5bbd4540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02cd05a7e64a60" /><Relationship Type="http://schemas.openxmlformats.org/officeDocument/2006/relationships/notesMaster" Target="/ppt/notesMasters/notesMaster1.xml" Id="R96ca6f45a9764d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NULL SIGNAL — Incident Response Field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98ed71f4149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41ae2fa23e4009" /><Relationship Type="http://schemas.openxmlformats.org/officeDocument/2006/relationships/slideLayout" Target="/ppt/slideLayouts/slideLayout1.xml" Id="R0eccdea8b00648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ccdea8b00648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58f7e389145e9" /><Relationship Type="http://schemas.openxmlformats.org/officeDocument/2006/relationships/notesSlide" Target="/ppt/notesSlides/notesSlide1.xml" Id="R3209f311cfc945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06814f57349f1" /><Relationship Type="http://schemas.openxmlformats.org/officeDocument/2006/relationships/notesSlide" Target="/ppt/notesSlides/notesSlide2.xml" Id="R58377850dded40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9a7e751e74638" /><Relationship Type="http://schemas.openxmlformats.org/officeDocument/2006/relationships/notesSlide" Target="/ppt/notesSlides/notesSlide3.xml" Id="R8eacfe3e40b742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687b6c7474da3" /><Relationship Type="http://schemas.openxmlformats.org/officeDocument/2006/relationships/notesSlide" Target="/ppt/notesSlides/notesSlide4.xml" Id="R4bad065cb8d843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90e375a8041ab" /><Relationship Type="http://schemas.openxmlformats.org/officeDocument/2006/relationships/notesSlide" Target="/ppt/notesSlides/notesSlide5.xml" Id="Reb9658f4385a45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24913e5814bc8" /><Relationship Type="http://schemas.openxmlformats.org/officeDocument/2006/relationships/notesSlide" Target="/ppt/notesSlides/notesSlide6.xml" Id="R306ff69d11ec45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8a203467848a0" /><Relationship Type="http://schemas.openxmlformats.org/officeDocument/2006/relationships/notesSlide" Target="/ppt/notesSlides/notesSlide7.xml" Id="Rd3a4d4d26ed441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2089bc5534883" /><Relationship Type="http://schemas.openxmlformats.org/officeDocument/2006/relationships/notesSlide" Target="/ppt/notesSlides/notesSlide8.xml" Id="R368c23a5822e4d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4d6365a284990" /><Relationship Type="http://schemas.openxmlformats.org/officeDocument/2006/relationships/notesSlide" Target="/ppt/notesSlides/notesSlide9.xml" Id="R946ca6a6fb574e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310f1e9984e46" /><Relationship Type="http://schemas.openxmlformats.org/officeDocument/2006/relationships/notesSlide" Target="/ppt/notesSlides/notesSlide10.xml" Id="Ra18c80e5ad4942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0FBEE-5A6D-4323-901B-BB152DB3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0C2EA-E344-4263-8BFA-8B6E5173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518F1-434A-4B6C-81E0-D6A91CB7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38F28-437E-4298-B72F-7E5CFA5E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AFD30-B76E-491E-9DD0-33BA6E4B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425B2-9BD5-4ED0-BACF-F787AEBB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75EB7-3F3A-4629-8A80-204FB24E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0A4E7-0041-449A-BA8E-A5D11192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A8992-0DF7-43F2-9341-79E4BED9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5C2B4-CC82-4665-9813-600B13E9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8EB0D-2B4F-408B-BEEB-2C66848E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4B083-2DB3-4237-BDA7-73DFEC7F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1775F-89FB-4458-88E5-E8DEEE37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233D0-7553-4B0C-9B6D-032A7A49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D97BA-33D2-4019-BFAB-82EE350F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67D69-C483-4E74-B627-6FDC93E8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3F72B-3A84-46A9-A9AD-4F327FBB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6229B-12AC-4A3B-98B5-27BD8C7B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46316-335E-48A3-9CED-66103EAF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824BA-35E3-47A5-9868-7A77FF9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F0AA5-69D5-4A09-A12E-3DFEBAF6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A9A29-0AEB-487E-9AED-FA9478A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FIELD MANUAL  //  FICTIONAL INCIDENT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12853-2A1A-47AF-BD35-8912A54D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43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C1DCE-B91E-4832-9E53-9C147E97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477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INCIDENT RESPONSE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FIELD MANUAL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A61B38-FE00-4651-B7B5-29A42A5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0A7B2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90A7B2"/>
                </a:solidFill>
                <a:latin typeface="Courier New"/>
                <a:ea typeface="Courier New"/>
                <a:cs typeface="Courier New"/>
              </a:rPr>
              <a:t>Command / evidence / briefing / recovery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C738B-454D-40DE-8A1E-4A5DBBCD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57300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D8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D1A8B3-C487-44EC-B8F9-11BECBC6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IDENT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4CB49-B3FE-49A9-A133-D8BDD05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09800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D8F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199612-1C46-4133-9E26-2BA7D982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289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6EBB90-FC68-4FA8-BC1E-4670432A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62300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8F66A1-A7BD-4F16-B44D-D5C9245D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814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COMMAND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149640-E0D7-4DF9-9857-0649D18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D8F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AB25EC-561E-4086-ABF3-121AB0F1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339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RECOVER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F67DF2-05C5-4FD2-9DDB-C2DA8866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D8F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ED4B90-C44C-4E25-8262-CEDD36FF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244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2033317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1FC9F-B24A-4F70-81FF-4EF6410E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01D5F-8B05-48BE-9A8C-F8BCC311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rPr>
              <a:t>COMMAND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E4767-058D-4F40-9BD6-FE4A4484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0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43EE0-7B65-4DB7-9A53-543325E1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52AE2-769A-4295-A52A-E82925E8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Timeline converts noise into command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66147-9B50-4737-8C30-73A6B821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3C315-2CE9-4AAF-A680-DECA5540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31C"/>
          </a:solidFill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CF817-3458-4863-81F2-94220BDB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AA2E1-05B5-405E-BD13-66D90415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ENTRY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E049E-6DB7-4C99-AEA5-E3111B7E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rPr>
              <a:t>08:14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C9026-4F7E-4F7B-84F5-CF5E2D78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765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31C"/>
          </a:solidFill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5804F-4A32-4F39-8D79-B610D1DC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05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98483-90E0-49E6-9CD6-6BA4E3C8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671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A212D-FB2A-4660-A81E-C3337AE2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719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rPr>
              <a:t>08:31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75C34-7F6B-4005-9A63-394FA11B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765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31C"/>
          </a:solidFill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C41EF-B063-4227-BE6B-D8341FF9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05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12449-FC5B-476F-9D6A-9BEE07A3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671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PRIVILEGE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09537-64E4-4F9F-B614-DACC6DE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719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rPr>
              <a:t>09:07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A95DB-54DC-47D9-AE39-E92207E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765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31C"/>
          </a:solidFill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EC426-4D70-405B-BC3F-8E4B9697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05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A03C1-C61C-43DD-9875-4E114C46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671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PROBE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D453E-1FD9-4185-9FEA-3A7BFBE7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1719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rPr>
              <a:t>09:26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EC61F-10CB-4D3D-8E45-9A20B1C6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765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31C"/>
          </a:solidFill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713A2-48D5-432D-94C5-24BC63F4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05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245A7-EF87-4C37-BA20-71F6676E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STAGING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3D779-1DB7-4C79-B171-256EB1A8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rPr>
              <a:t>09:48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88072-944E-4EC4-9A60-C6927F5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8765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31C"/>
          </a:solidFill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28B6B-E9D9-45C4-8997-467BB244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105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57EE43-2948-4E39-803D-06692182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8671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CONTAIN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919C7-788C-4ADD-B0DD-0F5998E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1719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E939D"/>
                </a:solidFill>
                <a:latin typeface="Courier New"/>
                <a:ea typeface="Courier New"/>
                <a:cs typeface="Courier New"/>
              </a:rPr>
              <a:t>10:02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FA6192-F9FB-474C-AD26-C37B3A4E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DECISION WINDOW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81A853-40F0-4129-83B3-002F16E0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CBD7D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BD7DC"/>
                </a:solidFill>
                <a:latin typeface="Arial"/>
                <a:ea typeface="Arial"/>
                <a:cs typeface="Arial"/>
              </a:rPr>
              <a:t>Preserve evidence before containment changes state.</a:t>
            </a:r>
          </a:p>
        </p:txBody>
      </p:sp>
    </p:spTree>
    <p:extLst>
      <p:ext uri="{BB962C8B-B14F-4D97-AF65-F5344CB8AC3E}">
        <p14:creationId xmlns:p14="http://schemas.microsoft.com/office/powerpoint/2010/main" val="2005659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8C97B-2CC1-449D-880C-9E5DAAF4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9396B-575D-462F-9639-86803DBA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rPr>
              <a:t>DETECTION ANATOMY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DFD82-3BFA-4A4E-928D-3E56EE4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0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0A493-9678-416B-858A-A50C8068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DA274-0AF9-429B-A64F-6D6434FE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Signal is the intersection, not the alert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CDE12-6B61-4D01-B5AD-4FA9C6C9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48000" cy="3048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D8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5BBE0-2273-44BE-9D13-9256EAF6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95575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C3E20-90B4-4915-9DE9-F8A705D4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385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1A26"/>
          </a:solidFill>
          <a:ln xmlns:a="http://schemas.openxmlformats.org/drawingml/2006/main" w="19050">
            <a:solidFill>
              <a:srgbClr val="F21D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AE069-325E-468C-8ED1-649537D2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ALERT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CB001-F87A-4456-BB9A-0BE161EB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D8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FDD16-F247-41E0-B66E-82A0AA0B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CFDEE-BAF4-403B-BD17-57B0ADEF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D8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9925E-4945-4734-9B67-5765E7FE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36C64-C84F-4531-8751-7A98F21F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D8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3D39D-DF28-470C-A171-D595BD4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D3B3E-3D6B-43AC-9708-38322B77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D8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134A1-5547-409E-8AEA-EAA96CF3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SAAS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95760-4748-49CC-A577-7FF3B0D2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53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91A5AE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91A5AE"/>
                </a:solidFill>
                <a:latin typeface="Courier New"/>
                <a:ea typeface="Courier New"/>
                <a:cs typeface="Courier New"/>
              </a:rPr>
              <a:t>Rule: impossible travel + admin token + unusual egress</a:t>
            </a:r>
          </a:p>
        </p:txBody>
      </p:sp>
    </p:spTree>
    <p:extLst>
      <p:ext uri="{BB962C8B-B14F-4D97-AF65-F5344CB8AC3E}">
        <p14:creationId xmlns:p14="http://schemas.microsoft.com/office/powerpoint/2010/main" val="1036153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487C7-5D32-4185-886F-6B0CA240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591FB-98B2-41F6-9F03-08DC2830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rPr>
              <a:t>AUTHORITY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A583B-F225-4980-83B4-1FCCC290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0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2C065-B2EB-46DC-B4FA-90353787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ABED5-0EB0-4ED3-822A-7674FFFA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Control plane preserves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2F60B-EC0E-4768-BECD-EC569A1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985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1DE17-C8CA-485A-81FD-FFE538DE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EXECUTIVE COMMAND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E9A16-EB5F-48FE-BF88-A5DA3D1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717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E9DF6-B486-45A6-A705-12596228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1FA5E-D011-44EA-AACB-D9258F95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37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INCIDENT BRIDGE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1009E-FF44-436C-8C85-5411D012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146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DF104-3345-4B1C-BE8A-B1AB5476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21ECD-4C9A-4B94-8A8E-ED582AC8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SECURITY ORCHESTRATION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C61FE-ECD9-43F9-806F-A46F642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7C23F-9D58-4627-BFBE-3F05EE9B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2542B-E0F4-4802-93AC-A22513F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IDENTITY / CLOUD / ENDPOINT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E3BD5-0776-4BFB-907C-F2853200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005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9653D-2C16-4CCD-945A-80E0EFC6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165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D6382-9A21-4D02-8892-24520DCB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EVIDENCE VAULT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88989-B999-4124-BE3B-C8E75D60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1435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694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E6DB9-DD62-45EB-B5FB-D55279B5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F21A4-3A17-4CA5-913C-2738F5E8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rPr>
              <a:t>SEVERITY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2D8F6-5D82-4BB1-9658-1CEB26DA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0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C0A50-9CE3-4552-A933-C17A3302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EB353-9CEA-4D91-8B94-072745C3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Severity is a controlled escalation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C4A39-841B-4757-8C81-DBD9B865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DE777-5F03-4A05-A6F2-992F7F53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D8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99DF3-EA27-41AC-A215-EFEF16C7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90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CE8EC"/>
                </a:solidFill>
                <a:latin typeface="Arial"/>
                <a:ea typeface="Arial"/>
                <a:cs typeface="Arial"/>
              </a:rPr>
              <a:t>One host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8D5E9-B65E-42C3-BF1B-8B834DB1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MEDIUM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E45C9-BAC4-4249-927E-BAEBF547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D8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B716A-1A21-4660-BB6B-A6FEAA0B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CE8EC"/>
                </a:solidFill>
                <a:latin typeface="Arial"/>
                <a:ea typeface="Arial"/>
                <a:cs typeface="Arial"/>
              </a:rPr>
              <a:t>Team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4ECB3-CCE7-4158-B8F2-67BC1BD0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FC250-0941-4A01-817E-6955956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DCD86-3496-4CAB-AA27-BF730BF7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433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CE8EC"/>
                </a:solidFill>
                <a:latin typeface="Arial"/>
                <a:ea typeface="Arial"/>
                <a:cs typeface="Arial"/>
              </a:rPr>
              <a:t>Sensitive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FC167-223A-41A2-B568-D10B50FB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F21D36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 i="0">
                <a:solidFill>
                  <a:srgbClr val="F21D36"/>
                </a:solidFill>
                <a:latin typeface="Courier New"/>
                <a:ea typeface="Courier New"/>
                <a:cs typeface="Courier New"/>
              </a:rPr>
              <a:t>CRITICAL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DBB4C-A59F-4DF9-8721-97449ED4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1D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333A6-ADEC-4FCF-A296-0E89573D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19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CE8EC"/>
                </a:solidFill>
                <a:latin typeface="Arial"/>
                <a:ea typeface="Arial"/>
                <a:cs typeface="Arial"/>
              </a:rPr>
              <a:t>Control loss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07691-AB63-4B93-AEF3-FF8FE9A1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TRIAGE QUESTIONS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C507A-E2FC-49C0-A407-C070B365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□  Privileged access active?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64DDB-F6F7-4F5A-A5D6-01EB3682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□  Data movement observed?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90F71-E82C-406A-9CCE-58C7CDB0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□  Revenue impact likely?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444D0-68B0-4FA8-BF9D-B7254225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□  Notice clock triggered?</a:t>
            </a:r>
          </a:p>
        </p:txBody>
      </p:sp>
    </p:spTree>
    <p:extLst>
      <p:ext uri="{BB962C8B-B14F-4D97-AF65-F5344CB8AC3E}">
        <p14:creationId xmlns:p14="http://schemas.microsoft.com/office/powerpoint/2010/main" val="1543386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33230A-B34C-4DE3-B9EC-3B730BAF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F11C-5740-4499-A17B-826291DB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rPr>
              <a:t>CONTAINMENT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C1CBC-6D93-4732-A37B-E8F554B7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0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25485-FF42-4C1F-8695-D6C247D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7B78A-E5F5-4D85-B1F7-B79B0622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Containment preserves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E5AD2-5F9D-45B5-A8D0-2B4111FB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0D0DF-4E97-4D74-A18F-303D4921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DFDF1-0430-4A43-ADC8-540ED987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FREEZE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C84F8-7FED-4F86-8D29-39373BE9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rPr>
              <a:t>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F5823-AFD2-49EF-A0C7-E6F7C40B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74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B17F0-5341-4253-BABC-E72C9AC7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C81FB-3016-4CC0-9946-734A88E7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95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06700-A7F1-4346-990D-E4B2A4BE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0BBDA-EADC-40AD-8AFD-CE9E72F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574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53736-2BD2-48B3-BF1A-425F427A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4B44D-D655-4C34-9548-E77EDE84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95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DISABLE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552C6-3DC1-4BB2-BAA0-BEA23D5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rPr>
              <a:t>tokens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3BB87-413D-4CA2-8C87-99FA17B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DE94E-DA4B-4E07-A220-1568A815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112E5-C1B5-44F7-B49B-7B1D07E9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95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SEGMENT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0CB49-1913-4FE0-AD11-CD261BC2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rPr>
              <a:t>assets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45346-861F-471B-8B0D-DFED76A2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574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16598-A314-4B1B-B043-2487225B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480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7CB08-54E6-4FAC-BD1E-62DEBA37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EAF5F8"/>
                </a:solidFill>
                <a:latin typeface="Courier New"/>
                <a:ea typeface="Courier New"/>
                <a:cs typeface="Courier New"/>
              </a:rPr>
              <a:t>MONITOR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ABF38-269A-4095-928E-9C3C47E7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298A2"/>
                </a:solidFill>
                <a:latin typeface="Courier New"/>
                <a:ea typeface="Courier New"/>
                <a:cs typeface="Courier New"/>
              </a:rPr>
              <a:t>rebound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ED1DB-6350-4F03-9939-B674B3A9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72050"/>
            <a:ext cx="853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CBD7D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BD7DC"/>
                </a:solidFill>
                <a:latin typeface="Arial"/>
                <a:ea typeface="Arial"/>
                <a:cs typeface="Arial"/>
              </a:rPr>
              <a:t>Every action names an owner, scope, rollback path, and evidence impact.</a:t>
            </a:r>
          </a:p>
        </p:txBody>
      </p:sp>
    </p:spTree>
    <p:extLst>
      <p:ext uri="{BB962C8B-B14F-4D97-AF65-F5344CB8AC3E}">
        <p14:creationId xmlns:p14="http://schemas.microsoft.com/office/powerpoint/2010/main" val="1120893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2A9AA6-69B9-4B5D-9C19-A872FA3F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9621A-93EB-4C35-99BC-32743ABA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rPr>
              <a:t>EVIDENCE CUSTODY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C35FC-F5BA-4080-A614-3D15E0A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0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2DA2F-C275-4D64-AAA2-B55596CF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E60F1-56F8-4624-A15A-F074EDB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Custody makes artifacts defensible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AF983-DCEB-43B2-970E-D8995F00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B42A6-8B75-4E54-A329-A9DEDF9A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A7F90-DC07-4591-817F-4A98FD1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A5F2F-40B4-4477-AF50-860E4975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rPr>
              <a:t>LOG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85E83-71CB-435A-A25F-43790A37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431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15B62-89E3-4DE0-B968-677EC012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14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DB278-4CEF-4EDB-9D28-B0BAAB60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909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BA0EF-325D-41D0-B9B9-8F02045E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19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rPr>
              <a:t>LOG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3559F-E7AF-4A31-A10B-3E4BA1FD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431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CF5BD-1169-4B21-89BF-C6BF2F58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14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01BC2-7B44-4207-8FBB-E65C388A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909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F4E2F-2B1F-4585-A4A8-CC85576B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rPr>
              <a:t>LOG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D5F1D-D1A3-4A23-83BB-0CCC0E91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431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70D4B-CADA-4C3A-8A5B-3AD8E9E5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14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TRANSFER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3F282-07E1-4FF9-85BE-E0F01077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909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1BCFB-EF8D-49AD-A70A-034D05E1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19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rPr>
              <a:t>LOG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969E50-E5C0-4E6A-8E8F-71EDD666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431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A975C-B829-44E5-B64B-FDA9F3B3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14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A7E88-91DE-4B5B-B090-5B265FE6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909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44E82-42D4-4FB4-8A25-7F462F9C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8CA0A9"/>
                </a:solidFill>
                <a:latin typeface="Courier New"/>
                <a:ea typeface="Courier New"/>
                <a:cs typeface="Courier New"/>
              </a:rPr>
              <a:t>LOG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B2195-7B2C-4EB2-B541-C183F242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A"/>
          </a:solidFill>
          <a:ln xmlns:a="http://schemas.openxmlformats.org/drawingml/2006/main" w="9525">
            <a:solidFill>
              <a:srgbClr val="FFB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E2022D-9642-429F-99B1-B850E338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911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Record collector, source, timestamp, hash, storage, and approval.</a:t>
            </a:r>
          </a:p>
        </p:txBody>
      </p:sp>
    </p:spTree>
    <p:extLst>
      <p:ext uri="{BB962C8B-B14F-4D97-AF65-F5344CB8AC3E}">
        <p14:creationId xmlns:p14="http://schemas.microsoft.com/office/powerpoint/2010/main" val="11115161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9F89D-BF0D-4FAB-87D1-CC5C3D01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36586-CC67-44DD-B9CF-ACFB93FE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rPr>
              <a:t>EXECUTIVE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24B21-7372-468C-AC09-E892B4B9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0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1A60D-A84D-4154-8250-1D6F00AE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E15D1-5072-4163-AA17-B0104B4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Executive protocol favors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B73D1-8304-414B-9572-12B1BBC8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6CA7F-97CF-40A8-8990-86DC3B9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5B8EA-0ED8-4848-AF06-CC3CD645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Facts +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9052A-9C28-41A7-BA86-B2DF65B1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8298A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8298A2"/>
                </a:solidFill>
                <a:latin typeface="Arial"/>
                <a:ea typeface="Arial"/>
                <a:cs typeface="Arial"/>
              </a:rPr>
              <a:t>No speculation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CDD07-D809-4C5C-9E4F-983CA00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7FABD-B304-46E0-BB03-0E100E7B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94BD1-E60A-49BA-8C35-DA316A08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A238F-97E6-4470-8D7D-7543C5C8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24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8298A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8298A2"/>
                </a:solidFill>
                <a:latin typeface="Arial"/>
                <a:ea typeface="Arial"/>
                <a:cs typeface="Arial"/>
              </a:rPr>
              <a:t>Name the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9F051-3A77-41A3-95DF-DE5DB8F3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27828-373A-4F51-B164-FF327C6F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D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B2D30-D087-46B0-8B6F-3DA50B4D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Board cadence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290E0-DB9A-4A35-8CF3-3E97C990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8298A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8298A2"/>
                </a:solidFill>
                <a:latin typeface="Arial"/>
                <a:ea typeface="Arial"/>
                <a:cs typeface="Arial"/>
              </a:rPr>
              <a:t>Show the delta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E96AC-6BB1-4650-901A-2DBA7455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F5423-2255-465E-8F9D-2FFDB732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146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0BB4D-F93F-4C2E-9F5C-351D47F2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+ lessons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9260C-B61E-4DC9-A133-5A549BC8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24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8298A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8298A2"/>
                </a:solidFill>
                <a:latin typeface="Arial"/>
                <a:ea typeface="Arial"/>
                <a:cs typeface="Arial"/>
              </a:rPr>
              <a:t>Retest before close</a:t>
            </a:r>
          </a:p>
        </p:txBody>
      </p:sp>
    </p:spTree>
    <p:extLst>
      <p:ext uri="{BB962C8B-B14F-4D97-AF65-F5344CB8AC3E}">
        <p14:creationId xmlns:p14="http://schemas.microsoft.com/office/powerpoint/2010/main" val="595127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D086E-7578-444D-98EF-5E25CF92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3A969-13FF-49A1-86AE-442C207E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rPr>
              <a:t>RECOVERY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DD68E-0C3F-4626-97A7-1A73F52B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0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E483B-6E4C-47B7-8F0B-5D4E8BDE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5752C-9BF5-46B2-9E26-0FEF0661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Recovery metrics prove resilience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888DB-5F96-4A63-8FE5-99CE8F82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MTTD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3AAD2-7639-4946-9F31-840196FD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636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EAA17-15A1-4F7C-94F1-9C9583B3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21259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3D8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BA9B2-A10E-4462-AAFC-9BF0C29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18m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BD88B-6D0F-415E-8AE3-A9BD0CA4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MTTC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95F7E-161E-49F7-8F17-D14AE83C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636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AC246-B76D-46D2-A93E-F74FFF0C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37204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3D8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57E21-F0B6-4535-8558-7636B31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47m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0BE7B-E50E-4267-B7BB-E6126810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3399A-8E89-4626-9031-8A13BD9F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636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094CC-3863-4CE9-974C-11298A48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5669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FFB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F092F-363A-4486-A348-2D4090D6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96%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86834-E374-46DA-8F6B-019AE1E8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DCE8EC"/>
                </a:solidFill>
                <a:latin typeface="Courier New"/>
                <a:ea typeface="Courier New"/>
                <a:cs typeface="Courier New"/>
              </a:rPr>
              <a:t>RETEST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45D1E-F954-4F11-9ADE-D473F0A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636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37A7A-EE90-45F4-AB7C-E64D3CAF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FFB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495C0-D975-4475-B32D-A67C8DC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4 /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9EB52-D490-4506-8DB2-AF4D3EC1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339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1" i="0">
                <a:solidFill>
                  <a:srgbClr val="8CA0A9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8CA0A9"/>
                </a:solidFill>
                <a:latin typeface="Courier New"/>
                <a:ea typeface="Courier New"/>
                <a:cs typeface="Courier New"/>
              </a:rPr>
              <a:t>TARGETS ARE FICTIONAL</a:t>
            </a:r>
          </a:p>
          <a:p xmlns:a="http://schemas.openxmlformats.org/drawingml/2006/main">
            <a:pPr algn="r">
              <a:lnSpc>
                <a:spcPct val="125000"/>
              </a:lnSpc>
              <a:buNone/>
              <a:defRPr sz="1050" b="1" i="0">
                <a:solidFill>
                  <a:srgbClr val="8CA0A9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8CA0A9"/>
                </a:solidFill>
                <a:latin typeface="Courier New"/>
                <a:ea typeface="Courier New"/>
                <a:cs typeface="Courier New"/>
              </a:rPr>
              <a:t>RETEST BEFORE CLOSE</a:t>
            </a:r>
          </a:p>
        </p:txBody>
      </p:sp>
    </p:spTree>
    <p:extLst>
      <p:ext uri="{BB962C8B-B14F-4D97-AF65-F5344CB8AC3E}">
        <p14:creationId xmlns:p14="http://schemas.microsoft.com/office/powerpoint/2010/main" val="1245654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A21C2F-A1BA-4960-8B29-89998E6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NULL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75A82-B870-49E9-BD16-642FBA35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EA1AD"/>
                </a:solidFill>
                <a:latin typeface="Courier New"/>
                <a:ea typeface="Courier New"/>
                <a:cs typeface="Courier New"/>
              </a:rPr>
              <a:t>RESPONSE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F354B-7718-4644-B159-8E2C4DA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0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AFB86-6033-45E6-B559-0805836F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BE10D-5EBB-4EDA-8B8B-931A779F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EAF5F8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EAF5F8"/>
                </a:solidFill>
                <a:latin typeface="Arial"/>
                <a:ea typeface="Arial"/>
                <a:cs typeface="Arial"/>
              </a:rPr>
              <a:t>One page. One source of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17C85-102B-4B80-8983-6FA77863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F49A7-5384-41D9-A188-9147AC7D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Open incident bridge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50310-FF97-41C2-BB1C-79383B85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479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8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6C33B-1B4C-4702-8A58-8EF5CDE5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8D65D-EA6C-4C44-8EC5-48B1415D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Assign commander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EB442-7D5B-409F-8C07-D6458CA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14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8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C8916-39E8-4400-8050-9C461CEE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F5812-DE74-4688-9923-9E3C2F9E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Declare severity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1AF92-6E12-4354-AE46-087F39E8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814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8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FA5C0-71B5-4DF3-846F-06EBE51A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3AD7A-1C46-47FE-835C-2B6FB301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Preserve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34D06-BCDC-4A11-998D-DDC4F9AB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8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1F045-482A-4F4A-AE25-9974D8E9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A68B4-5FF0-4BB5-9599-A07E27A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Contain 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616E6-96ED-423A-9C1C-2441B54E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8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69A97-2D66-4FF1-9427-AB984FE8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F10A4-EF5A-4893-963E-771128AA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Segment assets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03CD8-09C8-4475-B19B-1535F921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8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CAD06-1C9A-4774-99A5-0DD6C500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3EFFB-E03C-4577-BA01-7CA2B88A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Brief executives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16088-085F-4E54-B812-10826820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8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CCF2E-D012-4154-A9E3-5C074CF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824B2-8C81-4778-ACE9-0ECEF6D3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Recover safely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400F39-183E-4B01-BBC1-E6601F5E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84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096BA6-F8B5-431A-ADA8-6EB7F188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13D8F3"/>
                </a:solidFill>
                <a:latin typeface="Courier New"/>
                <a:ea typeface="Courier New"/>
                <a:cs typeface="Courier New"/>
              </a:rPr>
              <a:t>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D9083E-FD0A-4DBA-A065-5F82986D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Schedule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E986D7-9A6E-43F8-9335-88686E0C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482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8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1D7A79-67B0-45A9-99D2-D1B7F45E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578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B000"/>
                </a:solidFill>
                <a:latin typeface="Courier New"/>
                <a:ea typeface="Courier New"/>
                <a:cs typeface="Courier New"/>
              </a:rPr>
              <a:t>DECISION LOG = SOURCE OF TRUTH</a:t>
            </a:r>
          </a:p>
        </p:txBody>
      </p:sp>
    </p:spTree>
    <p:extLst>
      <p:ext uri="{BB962C8B-B14F-4D97-AF65-F5344CB8AC3E}">
        <p14:creationId xmlns:p14="http://schemas.microsoft.com/office/powerpoint/2010/main" val="486554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2026-08-11T11:00:57.9360000Z</dcterms:created>
  <dcterms:modified xsi:type="dcterms:W3CDTF">2026-08-11T11:00:57.9360000Z</dcterms:modified>
</coreProperties>
</file>