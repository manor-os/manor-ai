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 prompt only; all visible page artwork generated as one AI image in Manor Advanced Presentation Mode.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 prompt only; all visible page artwork generated as one AI image in Manor Advanced Presentation Mode.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 prompt only; all visible page artwork generated as one AI image in Manor Advanced Presentation Mode.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 prompt only; all visible page artwork generated as one AI image in Manor Advanced Presentation Mode.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 prompt only; all visible page artwork generated as one AI image in Manor Advanced Presentation Mode.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 prompt only; all visible page artwork generated as one AI image in Manor Advanced Presentation Mode.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BRIEF BECOMES A POINT OF VIEW</dc:title>
  <dc:subject>Manor AI public template gallery image-only deck</dc:subject>
  <dc:creator>Manor 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