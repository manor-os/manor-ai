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4654f1357481a" /><Relationship Type="http://schemas.openxmlformats.org/officeDocument/2006/relationships/extended-properties" Target="/docProps/app.xml" Id="R9bafbdf24ea44dbc" /><Relationship Type="http://schemas.openxmlformats.org/officeDocument/2006/relationships/officeDocument" Target="/ppt/presentation.xml" Id="R8438172f24de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46daaeb0043c1"/>
  </p:sldMasterIdLst>
  <p:notesMasterIdLst>
    <p:notesMasterId xmlns:r="http://schemas.openxmlformats.org/officeDocument/2006/relationships" r:id="R2848379878b142b1"/>
  </p:notesMasterIdLst>
  <p:sldIdLst>
    <p:sldId xmlns:r="http://schemas.openxmlformats.org/officeDocument/2006/relationships" id="256" r:id="Rec625e60f6e5455c"/>
    <p:sldId xmlns:r="http://schemas.openxmlformats.org/officeDocument/2006/relationships" id="257" r:id="Rfabbd45ccfd74c5e"/>
    <p:sldId xmlns:r="http://schemas.openxmlformats.org/officeDocument/2006/relationships" id="258" r:id="R6430b5ec55a64b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46daaeb0043c1" /><Relationship Type="http://schemas.openxmlformats.org/officeDocument/2006/relationships/theme" Target="/ppt/theme/theme1.xml" Id="R33ff78e8f2264826" /><Relationship Type="http://schemas.openxmlformats.org/officeDocument/2006/relationships/notesMaster" Target="/ppt/notesMasters/notesMaster1.xml" Id="R2848379878b142b1" /><Relationship Type="http://schemas.openxmlformats.org/officeDocument/2006/relationships/presProps" Target="/ppt/presProps.xml" Id="R6d641ff8b1324415" /><Relationship Type="http://schemas.openxmlformats.org/officeDocument/2006/relationships/viewProps" Target="/ppt/viewProps.xml" Id="R1526e37ca5c843fd" /><Relationship Type="http://schemas.openxmlformats.org/officeDocument/2006/relationships/tableStyles" Target="/ppt/tableStyles.xml" Id="Rc15ad870ccc8478c" /><Relationship Type="http://schemas.openxmlformats.org/officeDocument/2006/relationships/slide" Target="/ppt/slides/slide1.xml" Id="Rec625e60f6e5455c" /><Relationship Type="http://schemas.openxmlformats.org/officeDocument/2006/relationships/slide" Target="/ppt/slides/slide2.xml" Id="Rfabbd45ccfd74c5e" /><Relationship Type="http://schemas.openxmlformats.org/officeDocument/2006/relationships/slide" Target="/ppt/slides/slide3.xml" Id="R6430b5ec55a6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658441c35f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c1ed2ac7b4579" /><Relationship Type="http://schemas.openxmlformats.org/officeDocument/2006/relationships/notesMaster" Target="/ppt/notesMasters/notesMaster1.xml" Id="R4db44b366d114a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4edf347801438c" /><Relationship Type="http://schemas.openxmlformats.org/officeDocument/2006/relationships/notesMaster" Target="/ppt/notesMasters/notesMaster1.xml" Id="R1d9a608795a945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954a0b032b4105" /><Relationship Type="http://schemas.openxmlformats.org/officeDocument/2006/relationships/notesMaster" Target="/ppt/notesMasters/notesMaster1.xml" Id="Rbdbea71438d945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966628a5a4fc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b1b2f4c5087442f" /><Relationship Type="http://schemas.openxmlformats.org/officeDocument/2006/relationships/slideLayout" Target="/ppt/slideLayouts/slideLayout2.xml" Id="R2b7b1b17f43c44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b1b17f43c44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1a286e5634e04" /><Relationship Type="http://schemas.openxmlformats.org/officeDocument/2006/relationships/image" Target="/ppt/media/image.png" Id="Rb59bc4f1240940b3" /><Relationship Type="http://schemas.openxmlformats.org/officeDocument/2006/relationships/notesSlide" Target="/ppt/notesSlides/notesSlide1.xml" Id="R7684efd674e7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e756d38a14677" /><Relationship Type="http://schemas.openxmlformats.org/officeDocument/2006/relationships/image" Target="/ppt/media/image2.png" Id="R910cf2f1e7004e52" /><Relationship Type="http://schemas.openxmlformats.org/officeDocument/2006/relationships/notesSlide" Target="/ppt/notesSlides/notesSlide2.xml" Id="R401bbcf1942f43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f66f43eaf74c00" /><Relationship Type="http://schemas.openxmlformats.org/officeDocument/2006/relationships/image" Target="/ppt/media/image3.png" Id="Rf3bac24a38b0403b" /><Relationship Type="http://schemas.openxmlformats.org/officeDocument/2006/relationships/notesSlide" Target="/ppt/notesSlides/notesSlide3.xml" Id="R85b0877d1cbb4d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bc4f1240940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806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cf2f1e7004e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12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c24a38b040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57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2026-05-13T02:59:33.8670000Z</dcterms:created>
  <dcterms:modified xsi:type="dcterms:W3CDTF">2026-05-13T02:59:33.8670000Z</dcterms:modified>
</coreProperties>
</file>