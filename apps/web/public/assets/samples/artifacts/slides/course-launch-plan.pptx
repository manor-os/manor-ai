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3474b9ca644e7f" /><Relationship Type="http://schemas.openxmlformats.org/officeDocument/2006/relationships/extended-properties" Target="/docProps/app.xml" Id="Rd97e3aaeff0d4227" /><Relationship Type="http://schemas.openxmlformats.org/officeDocument/2006/relationships/officeDocument" Target="/ppt/presentation.xml" Id="R3e4b9711e2c440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32a06d4fc4b81"/>
  </p:sldMasterIdLst>
  <p:notesMasterIdLst>
    <p:notesMasterId xmlns:r="http://schemas.openxmlformats.org/officeDocument/2006/relationships" r:id="R7edf0117672046de"/>
  </p:notesMasterIdLst>
  <p:sldIdLst>
    <p:sldId xmlns:r="http://schemas.openxmlformats.org/officeDocument/2006/relationships" id="256" r:id="Rfacc3ca9f11a47da"/>
    <p:sldId xmlns:r="http://schemas.openxmlformats.org/officeDocument/2006/relationships" id="257" r:id="R25f3620cf34a48e6"/>
    <p:sldId xmlns:r="http://schemas.openxmlformats.org/officeDocument/2006/relationships" id="258" r:id="Red7a0130901f49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32a06d4fc4b81" /><Relationship Type="http://schemas.openxmlformats.org/officeDocument/2006/relationships/theme" Target="/ppt/theme/theme1.xml" Id="R562c4f31679345c2" /><Relationship Type="http://schemas.openxmlformats.org/officeDocument/2006/relationships/notesMaster" Target="/ppt/notesMasters/notesMaster1.xml" Id="R7edf0117672046de" /><Relationship Type="http://schemas.openxmlformats.org/officeDocument/2006/relationships/presProps" Target="/ppt/presProps.xml" Id="Rd11b7b3b028c4b75" /><Relationship Type="http://schemas.openxmlformats.org/officeDocument/2006/relationships/viewProps" Target="/ppt/viewProps.xml" Id="R8e8410b5cb46411a" /><Relationship Type="http://schemas.openxmlformats.org/officeDocument/2006/relationships/tableStyles" Target="/ppt/tableStyles.xml" Id="R21f14ae80b1043f4" /><Relationship Type="http://schemas.openxmlformats.org/officeDocument/2006/relationships/slide" Target="/ppt/slides/slide1.xml" Id="Rfacc3ca9f11a47da" /><Relationship Type="http://schemas.openxmlformats.org/officeDocument/2006/relationships/slide" Target="/ppt/slides/slide2.xml" Id="R25f3620cf34a48e6" /><Relationship Type="http://schemas.openxmlformats.org/officeDocument/2006/relationships/slide" Target="/ppt/slides/slide3.xml" Id="Red7a0130901f49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4ed659e90f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b6c8779c8a4126" /><Relationship Type="http://schemas.openxmlformats.org/officeDocument/2006/relationships/notesMaster" Target="/ppt/notesMasters/notesMaster1.xml" Id="R486dbaa1c8ad44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4711f6d70493c" /><Relationship Type="http://schemas.openxmlformats.org/officeDocument/2006/relationships/notesMaster" Target="/ppt/notesMasters/notesMaster1.xml" Id="R37338798c1d5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93d68986bb42c2" /><Relationship Type="http://schemas.openxmlformats.org/officeDocument/2006/relationships/notesMaster" Target="/ppt/notesMasters/notesMaster1.xml" Id="R620215ac7453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8488722a0490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ab8fdfc37ec4581" /><Relationship Type="http://schemas.openxmlformats.org/officeDocument/2006/relationships/slideLayout" Target="/ppt/slideLayouts/slideLayout2.xml" Id="R489f396544504e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f396544504e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5bd456e2b64f2f" /><Relationship Type="http://schemas.openxmlformats.org/officeDocument/2006/relationships/image" Target="/ppt/media/image.png" Id="R2e36726df9014779" /><Relationship Type="http://schemas.openxmlformats.org/officeDocument/2006/relationships/notesSlide" Target="/ppt/notesSlides/notesSlide1.xml" Id="Ra82ab0481bd144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aa252692d4a5c" /><Relationship Type="http://schemas.openxmlformats.org/officeDocument/2006/relationships/image" Target="/ppt/media/image2.png" Id="R8d4b0ea1716b4f17" /><Relationship Type="http://schemas.openxmlformats.org/officeDocument/2006/relationships/notesSlide" Target="/ppt/notesSlides/notesSlide2.xml" Id="R552e00993eff43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5188d86f4430c" /><Relationship Type="http://schemas.openxmlformats.org/officeDocument/2006/relationships/image" Target="/ppt/media/image3.png" Id="R9c648118237c402b" /><Relationship Type="http://schemas.openxmlformats.org/officeDocument/2006/relationships/notesSlide" Target="/ppt/notesSlides/notesSlide3.xml" Id="Rdde26dbe3b6e40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6726df90147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1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b0ea1716b4f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339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48118237c40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39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2026-05-13T02:59:44.3070000Z</dcterms:created>
  <dcterms:modified xsi:type="dcterms:W3CDTF">2026-05-13T02:59:44.3070000Z</dcterms:modified>
</coreProperties>
</file>