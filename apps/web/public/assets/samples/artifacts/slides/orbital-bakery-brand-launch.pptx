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00931a6f884bdb" /><Relationship Type="http://schemas.openxmlformats.org/officeDocument/2006/relationships/extended-properties" Target="/docProps/app.xml" Id="Rcb1111a3e184417d" /><Relationship Type="http://schemas.openxmlformats.org/officeDocument/2006/relationships/officeDocument" Target="/ppt/presentation.xml" Id="Re66136407db1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d3c14853247cb"/>
  </p:sldMasterIdLst>
  <p:notesMasterIdLst>
    <p:notesMasterId xmlns:r="http://schemas.openxmlformats.org/officeDocument/2006/relationships" r:id="R1465fff1d97f4f22"/>
  </p:notesMasterIdLst>
  <p:sldIdLst>
    <p:sldId xmlns:r="http://schemas.openxmlformats.org/officeDocument/2006/relationships" id="256" r:id="Re48b45a99e9447fb"/>
    <p:sldId xmlns:r="http://schemas.openxmlformats.org/officeDocument/2006/relationships" id="257" r:id="Ref4ce447fe4a4342"/>
    <p:sldId xmlns:r="http://schemas.openxmlformats.org/officeDocument/2006/relationships" id="258" r:id="R3a2e23b712714b06"/>
    <p:sldId xmlns:r="http://schemas.openxmlformats.org/officeDocument/2006/relationships" id="259" r:id="Ra13c62c8290946fb"/>
    <p:sldId xmlns:r="http://schemas.openxmlformats.org/officeDocument/2006/relationships" id="260" r:id="R1d45137564064063"/>
    <p:sldId xmlns:r="http://schemas.openxmlformats.org/officeDocument/2006/relationships" id="261" r:id="R0bd29fff5ca44672"/>
    <p:sldId xmlns:r="http://schemas.openxmlformats.org/officeDocument/2006/relationships" id="262" r:id="R1fe6acc9ed4c42cc"/>
    <p:sldId xmlns:r="http://schemas.openxmlformats.org/officeDocument/2006/relationships" id="263" r:id="R36938da53590474c"/>
    <p:sldId xmlns:r="http://schemas.openxmlformats.org/officeDocument/2006/relationships" id="264" r:id="Ra292e5f763184967"/>
    <p:sldId xmlns:r="http://schemas.openxmlformats.org/officeDocument/2006/relationships" id="265" r:id="Rfda6e3ae64a9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2c208da9647c4" /><Relationship Type="http://schemas.openxmlformats.org/officeDocument/2006/relationships/slideMaster" Target="/ppt/slideMasters/slideMaster1.xml" Id="R748d3c14853247cb" /><Relationship Type="http://schemas.openxmlformats.org/officeDocument/2006/relationships/notesMaster" Target="/ppt/notesMasters/notesMaster1.xml" Id="R1465fff1d97f4f22" /><Relationship Type="http://schemas.openxmlformats.org/officeDocument/2006/relationships/presProps" Target="/ppt/presProps.xml" Id="Rba9c7d86d6e64120" /><Relationship Type="http://schemas.openxmlformats.org/officeDocument/2006/relationships/tableStyles" Target="/ppt/tableStyles.xml" Id="Rca1361798efc420d" /><Relationship Type="http://schemas.openxmlformats.org/officeDocument/2006/relationships/slide" Target="/ppt/slides/slide1.xml" Id="Re48b45a99e9447fb" /><Relationship Type="http://schemas.openxmlformats.org/officeDocument/2006/relationships/slide" Target="/ppt/slides/slide2.xml" Id="Ref4ce447fe4a4342" /><Relationship Type="http://schemas.openxmlformats.org/officeDocument/2006/relationships/slide" Target="/ppt/slides/slide3.xml" Id="R3a2e23b712714b06" /><Relationship Type="http://schemas.openxmlformats.org/officeDocument/2006/relationships/slide" Target="/ppt/slides/slide4.xml" Id="Ra13c62c8290946fb" /><Relationship Type="http://schemas.openxmlformats.org/officeDocument/2006/relationships/slide" Target="/ppt/slides/slide5.xml" Id="R1d45137564064063" /><Relationship Type="http://schemas.openxmlformats.org/officeDocument/2006/relationships/slide" Target="/ppt/slides/slide6.xml" Id="R0bd29fff5ca44672" /><Relationship Type="http://schemas.openxmlformats.org/officeDocument/2006/relationships/slide" Target="/ppt/slides/slide7.xml" Id="R1fe6acc9ed4c42cc" /><Relationship Type="http://schemas.openxmlformats.org/officeDocument/2006/relationships/slide" Target="/ppt/slides/slide8.xml" Id="R36938da53590474c" /><Relationship Type="http://schemas.openxmlformats.org/officeDocument/2006/relationships/slide" Target="/ppt/slides/slide9.xml" Id="Ra292e5f763184967" /><Relationship Type="http://schemas.openxmlformats.org/officeDocument/2006/relationships/slide" Target="/ppt/slides/slide10.xml" Id="Rfda6e3ae64a9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2a0d14ca56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9a0c0e17604ecd" /><Relationship Type="http://schemas.openxmlformats.org/officeDocument/2006/relationships/notesMaster" Target="/ppt/notesMasters/notesMaster1.xml" Id="R5dc9ae21a06e40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9bf6879c74d1b" /><Relationship Type="http://schemas.openxmlformats.org/officeDocument/2006/relationships/notesMaster" Target="/ppt/notesMasters/notesMaster1.xml" Id="Rf0530b702e504c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9947ac0a3f48fa" /><Relationship Type="http://schemas.openxmlformats.org/officeDocument/2006/relationships/notesMaster" Target="/ppt/notesMasters/notesMaster1.xml" Id="R766dbf5cc0fe47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9ed859d864e39" /><Relationship Type="http://schemas.openxmlformats.org/officeDocument/2006/relationships/notesMaster" Target="/ppt/notesMasters/notesMaster1.xml" Id="R8421348feb79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68220128e242b4" /><Relationship Type="http://schemas.openxmlformats.org/officeDocument/2006/relationships/notesMaster" Target="/ppt/notesMasters/notesMaster1.xml" Id="R37eb6e6c95c749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d67ac46744e24" /><Relationship Type="http://schemas.openxmlformats.org/officeDocument/2006/relationships/notesMaster" Target="/ppt/notesMasters/notesMaster1.xml" Id="R37c1e19292df44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5a5604642a4d50" /><Relationship Type="http://schemas.openxmlformats.org/officeDocument/2006/relationships/notesMaster" Target="/ppt/notesMasters/notesMaster1.xml" Id="R8298154ef646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2c0f18962b4d6e" /><Relationship Type="http://schemas.openxmlformats.org/officeDocument/2006/relationships/notesMaster" Target="/ppt/notesMasters/notesMaster1.xml" Id="Rf8c0f87446124c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a7f395e026451f" /><Relationship Type="http://schemas.openxmlformats.org/officeDocument/2006/relationships/notesMaster" Target="/ppt/notesMasters/notesMaster1.xml" Id="R1f4ea86cfe0e4a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d9fa74ec594d0a" /><Relationship Type="http://schemas.openxmlformats.org/officeDocument/2006/relationships/notesMaster" Target="/ppt/notesMasters/notesMaster1.xml" Id="R8122a32dd431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  <a:p xmlns:a="http://schemas.openxmlformats.org/drawingml/2006/main">
            <a:r>
              <a:t>- Pastry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  <a:p xmlns:a="http://schemas.openxmlformats.org/drawingml/2006/main">
            <a:r>
              <a:t>- Bakery assortment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  <a:p xmlns:a="http://schemas.openxmlformats.org/drawingml/2006/main">
            <a:r>
              <a:t>- Hero pastry photograph reused as a full-bleed editorial spread.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  <a:p xmlns:a="http://schemas.openxmlformats.org/drawingml/2006/main">
            <a:r>
              <a:t>- Storefront illustration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  <a:p xmlns:a="http://schemas.openxmlformats.org/drawingml/2006/main">
            <a:r>
              <a:t>- Packaging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ORBITAL BAKERY — Brand Launch Playbook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d4b2b63be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cd175530b4e9b" /><Relationship Type="http://schemas.openxmlformats.org/officeDocument/2006/relationships/slideLayout" Target="/ppt/slideLayouts/slideLayout1.xml" Id="R93f24c30874e4c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24c30874e4c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a6eb6d3144ce3" /><Relationship Type="http://schemas.openxmlformats.org/officeDocument/2006/relationships/image" Target="/ppt/media/image.png" Id="R7aff8b0463e34133" /><Relationship Type="http://schemas.openxmlformats.org/officeDocument/2006/relationships/notesSlide" Target="/ppt/notesSlides/notesSlide1.xml" Id="Ra212306c689145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8cce8a61e4ffb" /><Relationship Type="http://schemas.openxmlformats.org/officeDocument/2006/relationships/notesSlide" Target="/ppt/notesSlides/notesSlide2.xml" Id="R3cc173ca3dea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1a42fb6794509" /><Relationship Type="http://schemas.openxmlformats.org/officeDocument/2006/relationships/image" Target="/ppt/media/image2.png" Id="R7bfeb1b75376485f" /><Relationship Type="http://schemas.openxmlformats.org/officeDocument/2006/relationships/notesSlide" Target="/ppt/notesSlides/notesSlide3.xml" Id="R67aa1536a66747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fcdde20794051" /><Relationship Type="http://schemas.openxmlformats.org/officeDocument/2006/relationships/image" Target="/ppt/media/image3.png" Id="R7878789c1c08404f" /><Relationship Type="http://schemas.openxmlformats.org/officeDocument/2006/relationships/notesSlide" Target="/ppt/notesSlides/notesSlide4.xml" Id="Rfc483040aa454a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73359d204a39" /><Relationship Type="http://schemas.openxmlformats.org/officeDocument/2006/relationships/notesSlide" Target="/ppt/notesSlides/notesSlide5.xml" Id="Rf54da32b81774d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4ba58aec4924" /><Relationship Type="http://schemas.openxmlformats.org/officeDocument/2006/relationships/image" Target="/ppt/media/image4.png" Id="R80dad96950154d24" /><Relationship Type="http://schemas.openxmlformats.org/officeDocument/2006/relationships/notesSlide" Target="/ppt/notesSlides/notesSlide6.xml" Id="R60ae7c2a659647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307b81f884624" /><Relationship Type="http://schemas.openxmlformats.org/officeDocument/2006/relationships/image" Target="/ppt/media/image5.png" Id="R2a554036c9344e72" /><Relationship Type="http://schemas.openxmlformats.org/officeDocument/2006/relationships/notesSlide" Target="/ppt/notesSlides/notesSlide7.xml" Id="Rd6b77dbaf79c49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010e956a453c" /><Relationship Type="http://schemas.openxmlformats.org/officeDocument/2006/relationships/notesSlide" Target="/ppt/notesSlides/notesSlide8.xml" Id="Raec29a85d3a7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4ce0ddb3d4d95" /><Relationship Type="http://schemas.openxmlformats.org/officeDocument/2006/relationships/notesSlide" Target="/ppt/notesSlides/notesSlide9.xml" Id="R7eb290082bb248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82c1a802c4ce0" /><Relationship Type="http://schemas.openxmlformats.org/officeDocument/2006/relationships/notesSlide" Target="/ppt/notesSlides/notesSlide10.xml" Id="R1d1fb092b1254d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8b0463e34133"/>
          <a:srcRect xmlns:a="http://schemas.openxmlformats.org/drawingml/2006/main" l="0" t="1169" r="0" b="1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12F30-261E-4D82-841D-6E95C690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F73AE-C644-49BE-A26F-D69D94F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4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54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ORBITAL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4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54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BAKERY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F65B8-EDEB-49B3-875D-052AC8C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5B"/>
          </a:solidFill>
          <a:ln xmlns:a="http://schemas.openxmlformats.org/drawingml/2006/main" w="47625">
            <a:solidFill>
              <a:srgbClr val="2457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17BC3-88B2-4DF3-BDE9-BFE2B2A9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AEBBB-398C-4FB9-B4EE-1390E63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A launch playbook for a bakery that treats every morning like an opening night.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50DC1-55C7-4D59-9AB4-8F0E17E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FICTIONAL BRAND SYSTEM</a:t>
            </a:r>
          </a:p>
        </p:txBody>
      </p:sp>
    </p:spTree>
    <p:extLst>
      <p:ext uri="{BB962C8B-B14F-4D97-AF65-F5344CB8AC3E}">
        <p14:creationId xmlns:p14="http://schemas.microsoft.com/office/powerpoint/2010/main" val="1126184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4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44D5C-4114-4AB0-9DFB-4256D8C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ORBITAL BAKERY  /  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6539F-8711-43A0-B268-34710E63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EBC8F-8AB7-4313-AF85-DEC968D9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85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8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THE MORNING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8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IS THE CAMPAIGN.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3A211-5FA0-45F0-B596-5A23A62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People do not need another pastry list. They need a repeatable ritual: smell, color, warmth, and a reason to arrive before the day gets 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D9110-7A52-4866-A2FB-9C9D3215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876300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5B"/>
          </a:solidFill>
          <a:ln xmlns:a="http://schemas.openxmlformats.org/drawingml/2006/main" w="76200">
            <a:solidFill>
              <a:srgbClr val="2457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F53A8-4743-4EE8-8424-ABD3352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4780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7:12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49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49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500B2-221E-4F46-8CFD-908C9EC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8ED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F8BEB-707B-4952-B738-62321C1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THE DAILY WINDOW</a:t>
            </a:r>
          </a:p>
        </p:txBody>
      </p:sp>
    </p:spTree>
    <p:extLst>
      <p:ext uri="{BB962C8B-B14F-4D97-AF65-F5344CB8AC3E}">
        <p14:creationId xmlns:p14="http://schemas.microsoft.com/office/powerpoint/2010/main" val="1341853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694AE-4E98-41D0-8597-6E67CA1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ORBITAL BAKERY  /  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3BB17-AB9D-4185-A9BA-4636500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7CF0-31A0-4F59-8079-ADF70FD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A SMALL UNIVERSE,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BAKED DAILY.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D541-7CB2-4A70-B778-CC16EF6F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80341-466C-4FDE-836D-3B853AAD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SUN BUN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3B20-BC34-4AD0-8AA7-2FEA4D4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rPr>
              <a:t>citrus / cardamom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5E9AF-83B0-43DE-8EF6-45BFA4D5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7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97FA8-8692-405C-B0C2-BCECDAEF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4664D-BFAA-4EB1-965B-04BD0D2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9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COMET LOAF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6F90E-2628-4386-8F93-02242821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rPr>
              <a:t>sesame / rye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F381F-0700-421C-AC19-E05136F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D8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86633-4A5B-45F6-92F7-BE6CE77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1C910-72A8-41A7-A967-746D326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MOON 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2367B-918E-4A27-A40F-463E6AD1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rPr>
              <a:t>pear / almond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5389B-3FA0-4A5F-98A3-8DDB0199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7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67B2-40CC-40DE-93E7-FA58EEED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3F681-6CCA-4F81-93C6-0262648A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 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351B1-B94D-4170-8542-DEADF41E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rPr>
              <a:t>six rotating bakes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ED287-0536-4197-BA50-43CCED8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D8C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eb1b75376485f"/>
          <a:srcRect xmlns:a="http://schemas.openxmlformats.org/drawingml/2006/main" l="19872" t="0" r="19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742950"/>
            <a:ext cx="447675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00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8789c1c08404f"/>
          <a:srcRect xmlns:a="http://schemas.openxmlformats.org/drawingml/2006/main" l="0" t="27492" r="0" b="27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A2B5F-5A12-4ED9-AD61-186CCE1C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E3C55-8F92-47A4-A4D0-7C8C5EE7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629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851F1-DD89-4DA8-B7E0-9F111765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428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3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ONE BITE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3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SHOULD TRAVEL.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FCA6B-A352-4420-9F20-7420B20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Product photography carries the brand before copy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1280F-B7FA-4914-826E-E41CD8E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ORBITAL BAKERY  /  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D9FD4-96DF-4BD3-9919-0D80179C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</p:spTree>
    <p:extLst>
      <p:ext uri="{BB962C8B-B14F-4D97-AF65-F5344CB8AC3E}">
        <p14:creationId xmlns:p14="http://schemas.microsoft.com/office/powerpoint/2010/main" val="1878853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2C6CE-3184-4B09-91CB-7B6BA71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ORBITAL BAKERY  /  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EB628-7DF8-47FA-B2D9-CB4B213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CD20C-6133-4660-9CFE-E1E89AFF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THE IDENTITY HAS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FOUR FLAVORS.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09FA4-4156-4724-817C-964FFEB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843B4-788A-41FE-BAB6-DDC022A7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TOMATO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1541F-18D9-4E80-98E0-5094750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rPr>
              <a:t>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007A9-D13E-4515-A8A0-50EAFAA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CD0C0-C9B0-46BA-9D51-34F9B752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COBALT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850A9-CBFF-4B01-B7A0-2A93F611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AB515-B845-4D31-8BE6-5BFBD3A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AA715-C987-4F74-88C6-26E188BB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YOLK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5D1BC-58BF-4735-81D4-9DFA1CF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rPr>
              <a:t>JOY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CB671-7094-4C52-8E67-41AD56F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38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38B1C-21AA-4363-8F6D-5ABB61A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MINT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08A5F-45C7-4DC2-B02F-7E23588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95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 i="0">
                <a:solidFill>
                  <a:srgbClr val="61656D"/>
                </a:solidFill>
                <a:latin typeface="Trebuchet MS"/>
                <a:ea typeface="Trebuchet MS"/>
                <a:cs typeface="Trebuchet MS"/>
              </a:rPr>
              <a:t>AIR</a:t>
            </a:r>
          </a:p>
        </p:txBody>
      </p:sp>
    </p:spTree>
    <p:extLst>
      <p:ext uri="{BB962C8B-B14F-4D97-AF65-F5344CB8AC3E}">
        <p14:creationId xmlns:p14="http://schemas.microsoft.com/office/powerpoint/2010/main" val="542603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ad96950154d24"/>
          <a:srcRect xmlns:a="http://schemas.openxmlformats.org/drawingml/2006/main" l="10541" t="0" r="105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193B7-7B00-47D9-B963-B13AC407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3E17-CE0D-4A88-B41F-E6DE9403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1440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82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82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THE STORE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82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82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IS A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5CEAC-E514-4484-BE3B-CB94B7D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Color at the threshold.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Warm light at eye level.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The first tray visible from the street.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BB001-1374-4925-BC4A-202DFF8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D7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12A23-B7ED-4D9E-A70F-813EED2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ORBITAL BAKERY  /  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FCD33-8585-413F-B384-CAA3C1C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8EDCD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</p:spTree>
    <p:extLst>
      <p:ext uri="{BB962C8B-B14F-4D97-AF65-F5344CB8AC3E}">
        <p14:creationId xmlns:p14="http://schemas.microsoft.com/office/powerpoint/2010/main" val="127568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54036c9344e72"/>
          <a:srcRect xmlns:a="http://schemas.openxmlformats.org/drawingml/2006/main" l="0" t="3279" r="0" b="3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457200"/>
            <a:ext cx="5810250" cy="5429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9FC82-C7B8-45DA-A30C-2A8B494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ORBITAL BAKERY  /  07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30F6-69AA-40B8-B382-058BB02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CCBAF-3558-413F-91A9-08F52E0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PACKAGING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SHOULD KEEP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525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THE PARTY GOING.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A14A5-E66C-408E-A68C-8DDE52A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rPr>
              <a:t>One-color stamps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rPr>
              <a:t>Color-coded bands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rPr>
              <a:t>Handwritten bake time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 i="0">
                <a:solidFill>
                  <a:srgbClr val="4D5560"/>
                </a:solidFill>
                <a:latin typeface="Trebuchet MS"/>
                <a:ea typeface="Trebuchet MS"/>
                <a:cs typeface="Trebuchet MS"/>
              </a:rPr>
              <a:t>QR story on the underside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9AB0-7A4C-46F6-A7CC-80DEB00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9782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D7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E2031-3059-4346-998C-888ED59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ORBITAL BAKERY  /  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9AF15-374D-4C16-8303-446813D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8AFAF-19DB-460B-A97D-D61E07E1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SOCIAL, BUT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NOT SMOOTH.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2B1F8-8374-4BA4-B804-C9EA5210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295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F078F-C08D-493A-BDAE-565242A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MON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OVEN CAM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EF89-CB75-432A-96F6-B42C244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295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DAB46-EDB0-4556-BE6E-FDC720B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WED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BAKER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4EB9D-A926-4B99-B2C4-8B6066F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295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2483-CF23-4BD6-A6B9-911FF8C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SAT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0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SOLD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6DB35-73E0-4F31-BCF5-3564FA2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Grain, shadow, handwriting, real trays.</a:t>
            </a:r>
          </a:p>
        </p:txBody>
      </p:sp>
    </p:spTree>
    <p:extLst>
      <p:ext uri="{BB962C8B-B14F-4D97-AF65-F5344CB8AC3E}">
        <p14:creationId xmlns:p14="http://schemas.microsoft.com/office/powerpoint/2010/main" val="461714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ED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67AA0-0024-4D40-BA17-C442DA8E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ORBITAL BAKERY  /  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AA4AE-FD2A-4D1C-87EB-AC31198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324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1" i="0">
                <a:solidFill>
                  <a:srgbClr val="F04B3C"/>
                </a:solidFill>
                <a:latin typeface="Trebuchet MS"/>
                <a:ea typeface="Trebuchet MS"/>
                <a:cs typeface="Trebuchet MS"/>
              </a:rPr>
              <a:t>WARM BAKES. BRIGHT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46CC0-7877-4EB5-A892-A936681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 i="0">
                <a:solidFill>
                  <a:srgbClr val="17202B"/>
                </a:solidFill>
                <a:latin typeface="Arial Black"/>
                <a:ea typeface="Arial Black"/>
                <a:cs typeface="Arial Black"/>
              </a:rPr>
              <a:t>TWELVE DAYS TO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07EF0-E716-4680-843A-0D29290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58DF0-5199-494D-A290-65A7A2D5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38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38100">
            <a:solidFill>
              <a:srgbClr val="F8E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03373-9BDD-43F3-8103-74D46234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−12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132D5-DA3B-4F40-8FF5-FBF0CFD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057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TEASE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B1E1-A9AB-49DE-A4E4-958EB06B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38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6"/>
          </a:solidFill>
          <a:ln xmlns:a="http://schemas.openxmlformats.org/drawingml/2006/main" w="38100">
            <a:solidFill>
              <a:srgbClr val="F8ED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2AC0A-9495-40F7-8AFB-48C717F2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−8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3EDD0-B9CA-4BD7-BFDA-2AEC949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57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TASTE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C620-B209-41D6-AA9A-A671564D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38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38100">
            <a:solidFill>
              <a:srgbClr val="F8ED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9B7D3-2F1A-411B-A1EC-166B606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−4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B6AD1-1C85-4BF9-96E7-C4116730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57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TOUR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B7DB9-0B9E-4B33-B055-06F0362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38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C6"/>
          </a:solidFill>
          <a:ln xmlns:a="http://schemas.openxmlformats.org/drawingml/2006/main" w="38100">
            <a:solidFill>
              <a:srgbClr val="F8ED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99DEB-F528-4AF0-863D-A9DC44AA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2457C6"/>
                </a:solidFill>
                <a:latin typeface="Arial Black"/>
                <a:ea typeface="Arial Black"/>
                <a:cs typeface="Arial Black"/>
              </a:rPr>
              <a:t>−1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AE682-F568-4549-A8B6-DA4C1B5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9B46C-06DF-4D99-83A1-9D79936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438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38100">
            <a:solidFill>
              <a:srgbClr val="F8ED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5B822-E576-459B-8815-F018773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6220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5AB03-6151-484D-ABF3-0F009F3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 i="0">
                <a:solidFill>
                  <a:srgbClr val="17202B"/>
                </a:solidFill>
                <a:latin typeface="Trebuchet MS"/>
                <a:ea typeface="Trebuchet MS"/>
                <a:cs typeface="Trebuchet MS"/>
              </a:rPr>
              <a:t>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F8DCF-8C7E-42D2-9E8A-BD808646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i="0">
                <a:solidFill>
                  <a:srgbClr val="59606B"/>
                </a:solidFill>
                <a:latin typeface="Trebuchet MS"/>
                <a:ea typeface="Trebuchet MS"/>
                <a:cs typeface="Trebuchet MS"/>
              </a:rPr>
              <a:t>Each beat gives the neighborhood one new reason to care.</a:t>
            </a:r>
          </a:p>
        </p:txBody>
      </p:sp>
    </p:spTree>
    <p:extLst>
      <p:ext uri="{BB962C8B-B14F-4D97-AF65-F5344CB8AC3E}">
        <p14:creationId xmlns:p14="http://schemas.microsoft.com/office/powerpoint/2010/main" val="14868865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57C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6ABAD-18DB-4B2F-9F28-13603818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5B"/>
          </a:solidFill>
          <a:ln xmlns:a="http://schemas.openxmlformats.org/drawingml/2006/main" w="57150">
            <a:solidFill>
              <a:srgbClr val="F04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7790-918D-4D6C-872F-23F399D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4772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defRPr>
            </a:pPr>
            <a:r>
              <a:rPr sz="3300" b="1" i="0">
                <a:solidFill>
                  <a:srgbClr val="F04B3C"/>
                </a:solidFill>
                <a:latin typeface="Arial Black"/>
                <a:ea typeface="Arial Black"/>
                <a:cs typeface="Arial Black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E5856-ED51-45A7-BAB1-209E31CE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57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457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OPEN THE DOOR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57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4575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WHILE IT'S WARM.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C0D7D-0708-4172-8274-CF972083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9AD8C6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 i="0">
                <a:solidFill>
                  <a:srgbClr val="9AD8C6"/>
                </a:solidFill>
                <a:latin typeface="Trebuchet MS"/>
                <a:ea typeface="Trebuchet MS"/>
                <a:cs typeface="Trebuchet MS"/>
              </a:rPr>
              <a:t>ORBITAL BAKERY  /  FICTIONAL LAUNCH 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A2F5-91F5-45E1-B275-0CA5B47C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"/>
            <a:ext cx="3048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C2A66-A806-48D6-87EF-3C27662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14450"/>
            <a:ext cx="2286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WARM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BAKES.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BRIGHT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defRPr>
            </a:pPr>
            <a:r>
              <a:rPr sz="3600" b="1" i="0">
                <a:solidFill>
                  <a:srgbClr val="F8EDCD"/>
                </a:solidFill>
                <a:latin typeface="Arial Black"/>
                <a:ea typeface="Arial Black"/>
                <a:cs typeface="Arial Black"/>
              </a:rPr>
              <a:t>DAYS.</a:t>
            </a:r>
          </a:p>
        </p:txBody>
      </p:sp>
    </p:spTree>
    <p:extLst>
      <p:ext uri="{BB962C8B-B14F-4D97-AF65-F5344CB8AC3E}">
        <p14:creationId xmlns:p14="http://schemas.microsoft.com/office/powerpoint/2010/main" val="469839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2026-08-11T11:01:08.5720000Z</dcterms:created>
  <dcterms:modified xsi:type="dcterms:W3CDTF">2026-08-11T11:01:08.5720000Z</dcterms:modified>
</coreProperties>
</file>