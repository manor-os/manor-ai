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823078a7394e43" /><Relationship Type="http://schemas.openxmlformats.org/officeDocument/2006/relationships/extended-properties" Target="/docProps/app.xml" Id="R3cb5afe2dd554364" /><Relationship Type="http://schemas.openxmlformats.org/officeDocument/2006/relationships/officeDocument" Target="/ppt/presentation.xml" Id="R362c526a2f854e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1c11267b01434c"/>
  </p:sldMasterIdLst>
  <p:notesMasterIdLst>
    <p:notesMasterId xmlns:r="http://schemas.openxmlformats.org/officeDocument/2006/relationships" r:id="Rf1c3cd18cc6246e8"/>
  </p:notesMasterIdLst>
  <p:sldIdLst>
    <p:sldId xmlns:r="http://schemas.openxmlformats.org/officeDocument/2006/relationships" id="256" r:id="R695e79c15a91418b"/>
    <p:sldId xmlns:r="http://schemas.openxmlformats.org/officeDocument/2006/relationships" id="257" r:id="R00073564af854012"/>
    <p:sldId xmlns:r="http://schemas.openxmlformats.org/officeDocument/2006/relationships" id="258" r:id="Rf8eb34865bab4b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c11267b01434c" /><Relationship Type="http://schemas.openxmlformats.org/officeDocument/2006/relationships/theme" Target="/ppt/theme/theme1.xml" Id="R308c1153be2f4f93" /><Relationship Type="http://schemas.openxmlformats.org/officeDocument/2006/relationships/notesMaster" Target="/ppt/notesMasters/notesMaster1.xml" Id="Rf1c3cd18cc6246e8" /><Relationship Type="http://schemas.openxmlformats.org/officeDocument/2006/relationships/presProps" Target="/ppt/presProps.xml" Id="R35f0c09577454614" /><Relationship Type="http://schemas.openxmlformats.org/officeDocument/2006/relationships/viewProps" Target="/ppt/viewProps.xml" Id="Rb9f5c7aec6c1425c" /><Relationship Type="http://schemas.openxmlformats.org/officeDocument/2006/relationships/tableStyles" Target="/ppt/tableStyles.xml" Id="R6210e72a1129471b" /><Relationship Type="http://schemas.openxmlformats.org/officeDocument/2006/relationships/slide" Target="/ppt/slides/slide1.xml" Id="R695e79c15a91418b" /><Relationship Type="http://schemas.openxmlformats.org/officeDocument/2006/relationships/slide" Target="/ppt/slides/slide2.xml" Id="R00073564af854012" /><Relationship Type="http://schemas.openxmlformats.org/officeDocument/2006/relationships/slide" Target="/ppt/slides/slide3.xml" Id="Rf8eb34865bab4b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0f4917651bf44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fe7867183b43c2" /><Relationship Type="http://schemas.openxmlformats.org/officeDocument/2006/relationships/notesMaster" Target="/ppt/notesMasters/notesMaster1.xml" Id="R138519da9aa945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395ac2eb814287" /><Relationship Type="http://schemas.openxmlformats.org/officeDocument/2006/relationships/notesMaster" Target="/ppt/notesMasters/notesMaster1.xml" Id="R68835f82ff8d4e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0c131995df4b7c" /><Relationship Type="http://schemas.openxmlformats.org/officeDocument/2006/relationships/notesMaster" Target="/ppt/notesMasters/notesMaster1.xml" Id="R562381b3c75441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45c6ccbc964dd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c3bc0dcd0104bbc" /><Relationship Type="http://schemas.openxmlformats.org/officeDocument/2006/relationships/slideLayout" Target="/ppt/slideLayouts/slideLayout2.xml" Id="Re2baf1ed255742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baf1ed255742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9dc26977a640f1" /><Relationship Type="http://schemas.openxmlformats.org/officeDocument/2006/relationships/image" Target="/ppt/media/image.png" Id="Ra613c60ba298465c" /><Relationship Type="http://schemas.openxmlformats.org/officeDocument/2006/relationships/notesSlide" Target="/ppt/notesSlides/notesSlide1.xml" Id="R295da8de4bd346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5efb9c352a487f" /><Relationship Type="http://schemas.openxmlformats.org/officeDocument/2006/relationships/image" Target="/ppt/media/image2.png" Id="R41818892fe32464e" /><Relationship Type="http://schemas.openxmlformats.org/officeDocument/2006/relationships/notesSlide" Target="/ppt/notesSlides/notesSlide2.xml" Id="Rb0696d591f3d48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f2846f1fd743ca" /><Relationship Type="http://schemas.openxmlformats.org/officeDocument/2006/relationships/image" Target="/ppt/media/image3.png" Id="Rbfdda1b8ce144a3b" /><Relationship Type="http://schemas.openxmlformats.org/officeDocument/2006/relationships/notesSlide" Target="/ppt/notesSlides/notesSlide3.xml" Id="R55e881d1b26d403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3c60ba29846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2405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18892fe3246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5766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da1b8ce144a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570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2026-05-13T02:59:23.4010000Z</dcterms:created>
  <dcterms:modified xsi:type="dcterms:W3CDTF">2026-05-13T02:59:23.4010000Z</dcterms:modified>
</coreProperties>
</file>