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9b4585a8a44829" /><Relationship Type="http://schemas.openxmlformats.org/officeDocument/2006/relationships/extended-properties" Target="/docProps/app.xml" Id="R4647387d6c794bad" /><Relationship Type="http://schemas.openxmlformats.org/officeDocument/2006/relationships/officeDocument" Target="/ppt/presentation.xml" Id="R4c9e20cc20d4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52563dd2b4b9a"/>
  </p:sldMasterIdLst>
  <p:notesMasterIdLst>
    <p:notesMasterId xmlns:r="http://schemas.openxmlformats.org/officeDocument/2006/relationships" r:id="R16376c3e68814689"/>
  </p:notesMasterIdLst>
  <p:sldIdLst>
    <p:sldId xmlns:r="http://schemas.openxmlformats.org/officeDocument/2006/relationships" id="256" r:id="Rf01344823d984c7d"/>
    <p:sldId xmlns:r="http://schemas.openxmlformats.org/officeDocument/2006/relationships" id="257" r:id="Rd1aabc589b2a49bf"/>
    <p:sldId xmlns:r="http://schemas.openxmlformats.org/officeDocument/2006/relationships" id="258" r:id="R7facd2574a874b88"/>
    <p:sldId xmlns:r="http://schemas.openxmlformats.org/officeDocument/2006/relationships" id="259" r:id="Re066b186eb864c3e"/>
    <p:sldId xmlns:r="http://schemas.openxmlformats.org/officeDocument/2006/relationships" id="260" r:id="R10154bed7cbc41e5"/>
    <p:sldId xmlns:r="http://schemas.openxmlformats.org/officeDocument/2006/relationships" id="261" r:id="Rac98ff321de64119"/>
    <p:sldId xmlns:r="http://schemas.openxmlformats.org/officeDocument/2006/relationships" id="262" r:id="Re04a2d4ef91948e1"/>
    <p:sldId xmlns:r="http://schemas.openxmlformats.org/officeDocument/2006/relationships" id="263" r:id="Ra0f29af3108e44f6"/>
    <p:sldId xmlns:r="http://schemas.openxmlformats.org/officeDocument/2006/relationships" id="264" r:id="R78ec05655ded4ebe"/>
    <p:sldId xmlns:r="http://schemas.openxmlformats.org/officeDocument/2006/relationships" id="265" r:id="Rcd97fe6295dd4a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cb80f563d34f2b" /><Relationship Type="http://schemas.openxmlformats.org/officeDocument/2006/relationships/slideMaster" Target="/ppt/slideMasters/slideMaster1.xml" Id="R13552563dd2b4b9a" /><Relationship Type="http://schemas.openxmlformats.org/officeDocument/2006/relationships/notesMaster" Target="/ppt/notesMasters/notesMaster1.xml" Id="R16376c3e68814689" /><Relationship Type="http://schemas.openxmlformats.org/officeDocument/2006/relationships/presProps" Target="/ppt/presProps.xml" Id="Rf50962bb2e254db8" /><Relationship Type="http://schemas.openxmlformats.org/officeDocument/2006/relationships/tableStyles" Target="/ppt/tableStyles.xml" Id="R156707abac2e4582" /><Relationship Type="http://schemas.openxmlformats.org/officeDocument/2006/relationships/slide" Target="/ppt/slides/slide1.xml" Id="Rf01344823d984c7d" /><Relationship Type="http://schemas.openxmlformats.org/officeDocument/2006/relationships/slide" Target="/ppt/slides/slide2.xml" Id="Rd1aabc589b2a49bf" /><Relationship Type="http://schemas.openxmlformats.org/officeDocument/2006/relationships/slide" Target="/ppt/slides/slide3.xml" Id="R7facd2574a874b88" /><Relationship Type="http://schemas.openxmlformats.org/officeDocument/2006/relationships/slide" Target="/ppt/slides/slide4.xml" Id="Re066b186eb864c3e" /><Relationship Type="http://schemas.openxmlformats.org/officeDocument/2006/relationships/slide" Target="/ppt/slides/slide5.xml" Id="R10154bed7cbc41e5" /><Relationship Type="http://schemas.openxmlformats.org/officeDocument/2006/relationships/slide" Target="/ppt/slides/slide6.xml" Id="Rac98ff321de64119" /><Relationship Type="http://schemas.openxmlformats.org/officeDocument/2006/relationships/slide" Target="/ppt/slides/slide7.xml" Id="Re04a2d4ef91948e1" /><Relationship Type="http://schemas.openxmlformats.org/officeDocument/2006/relationships/slide" Target="/ppt/slides/slide8.xml" Id="Ra0f29af3108e44f6" /><Relationship Type="http://schemas.openxmlformats.org/officeDocument/2006/relationships/slide" Target="/ppt/slides/slide9.xml" Id="R78ec05655ded4ebe" /><Relationship Type="http://schemas.openxmlformats.org/officeDocument/2006/relationships/slide" Target="/ppt/slides/slide10.xml" Id="Rcd97fe6295dd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e9848ca280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b72779920b461f" /><Relationship Type="http://schemas.openxmlformats.org/officeDocument/2006/relationships/notesMaster" Target="/ppt/notesMasters/notesMaster1.xml" Id="R9ed83971e22a4b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327b30bf5445e7" /><Relationship Type="http://schemas.openxmlformats.org/officeDocument/2006/relationships/notesMaster" Target="/ppt/notesMasters/notesMaster1.xml" Id="R74434e30ec9149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1cee8668314a51" /><Relationship Type="http://schemas.openxmlformats.org/officeDocument/2006/relationships/notesMaster" Target="/ppt/notesMasters/notesMaster1.xml" Id="Rfbf94b26444c4a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1fb0f5ac264e8e" /><Relationship Type="http://schemas.openxmlformats.org/officeDocument/2006/relationships/notesMaster" Target="/ppt/notesMasters/notesMaster1.xml" Id="Rdb90cbe13a9745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7f417819f4e6c" /><Relationship Type="http://schemas.openxmlformats.org/officeDocument/2006/relationships/notesMaster" Target="/ppt/notesMasters/notesMaster1.xml" Id="R080a9b007fc941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db99570ebf4bcd" /><Relationship Type="http://schemas.openxmlformats.org/officeDocument/2006/relationships/notesMaster" Target="/ppt/notesMasters/notesMaster1.xml" Id="Rd947a93cc0bd44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6ee0e47a4c4dda" /><Relationship Type="http://schemas.openxmlformats.org/officeDocument/2006/relationships/notesMaster" Target="/ppt/notesMasters/notesMaster1.xml" Id="R24bb20914e6e4a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c0e21be074821" /><Relationship Type="http://schemas.openxmlformats.org/officeDocument/2006/relationships/notesMaster" Target="/ppt/notesMasters/notesMaster1.xml" Id="R7c2ef0c5cc0f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74af2bf9c4460e" /><Relationship Type="http://schemas.openxmlformats.org/officeDocument/2006/relationships/notesMaster" Target="/ppt/notesMasters/notesMaster1.xml" Id="R4e8d6cb3e3c94f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f4936ba9b74b20" /><Relationship Type="http://schemas.openxmlformats.org/officeDocument/2006/relationships/notesMaster" Target="/ppt/notesMasters/notesMaster1.xml" Id="Rdd3d2a0d72bc4d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  <a:p xmlns:a="http://schemas.openxmlformats.org/drawingml/2006/main">
            <a:r>
              <a:t>- Rollout sequence retained from the source deck; composition rebuilt on a strict Swiss grid.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LINE 47 — City Transit Wayfinding System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42fc6ddc842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5943004584169" /><Relationship Type="http://schemas.openxmlformats.org/officeDocument/2006/relationships/slideLayout" Target="/ppt/slideLayouts/slideLayout1.xml" Id="R7e7be41628cd4a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be41628cd4a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27e2269a04eaf" /><Relationship Type="http://schemas.openxmlformats.org/officeDocument/2006/relationships/notesSlide" Target="/ppt/notesSlides/notesSlide1.xml" Id="R0e64a9667a224a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6ae79a2de4533" /><Relationship Type="http://schemas.openxmlformats.org/officeDocument/2006/relationships/notesSlide" Target="/ppt/notesSlides/notesSlide2.xml" Id="R76c08d8e2bf84e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a0fc054324cce" /><Relationship Type="http://schemas.openxmlformats.org/officeDocument/2006/relationships/notesSlide" Target="/ppt/notesSlides/notesSlide3.xml" Id="Rfe22871e474b4a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de9a129f0425e" /><Relationship Type="http://schemas.openxmlformats.org/officeDocument/2006/relationships/notesSlide" Target="/ppt/notesSlides/notesSlide4.xml" Id="R26412ca81c97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f9bda7ed24f54" /><Relationship Type="http://schemas.openxmlformats.org/officeDocument/2006/relationships/notesSlide" Target="/ppt/notesSlides/notesSlide5.xml" Id="Rc5728121ae47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ed2e669134920" /><Relationship Type="http://schemas.openxmlformats.org/officeDocument/2006/relationships/image" Target="/ppt/media/image.png" Id="R8f74811dcd3d424b" /><Relationship Type="http://schemas.openxmlformats.org/officeDocument/2006/relationships/image" Target="/ppt/media/image.svg" Id="R0cdd982b7812474c" /><Relationship Type="http://schemas.openxmlformats.org/officeDocument/2006/relationships/image" Target="/ppt/media/image2.png" Id="R3e2595e1ac234434" /><Relationship Type="http://schemas.openxmlformats.org/officeDocument/2006/relationships/image" Target="/ppt/media/image2.svg" Id="Rd3c95ec2f922467e" /><Relationship Type="http://schemas.openxmlformats.org/officeDocument/2006/relationships/image" Target="/ppt/media/image3.png" Id="R788412be7e504de1" /><Relationship Type="http://schemas.openxmlformats.org/officeDocument/2006/relationships/image" Target="/ppt/media/image3.svg" Id="R2720d340b8ef44a2" /><Relationship Type="http://schemas.openxmlformats.org/officeDocument/2006/relationships/image" Target="/ppt/media/image4.png" Id="R11da898e7efc4c4a" /><Relationship Type="http://schemas.openxmlformats.org/officeDocument/2006/relationships/image" Target="/ppt/media/image4.svg" Id="Rc5fc5b60abad4fe5" /><Relationship Type="http://schemas.openxmlformats.org/officeDocument/2006/relationships/image" Target="/ppt/media/image5.png" Id="R9bb6eb8e80bd4ab4" /><Relationship Type="http://schemas.openxmlformats.org/officeDocument/2006/relationships/image" Target="/ppt/media/image5.svg" Id="R431c222a92204ab4" /><Relationship Type="http://schemas.openxmlformats.org/officeDocument/2006/relationships/notesSlide" Target="/ppt/notesSlides/notesSlide6.xml" Id="R4cde1e08c52b42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98701a16c4af7" /><Relationship Type="http://schemas.openxmlformats.org/officeDocument/2006/relationships/notesSlide" Target="/ppt/notesSlides/notesSlide7.xml" Id="R3a6816715e2e44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cac454e9843fb" /><Relationship Type="http://schemas.openxmlformats.org/officeDocument/2006/relationships/notesSlide" Target="/ppt/notesSlides/notesSlide8.xml" Id="R9985ec99521944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78bb212a14bc7" /><Relationship Type="http://schemas.openxmlformats.org/officeDocument/2006/relationships/notesSlide" Target="/ppt/notesSlides/notesSlide9.xml" Id="R7846c910fe7042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cc028f8d643f2" /><Relationship Type="http://schemas.openxmlformats.org/officeDocument/2006/relationships/notesSlide" Target="/ppt/notesSlides/notesSlide10.xml" Id="R220f6eceae8747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8F5E8-E1D9-403D-9B31-8A8E9FEC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B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7DAB0-DB0E-4362-B733-CCF90E12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93C06-163C-413B-BC77-0F3306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763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84771-57A1-4FF8-A824-4682B603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6096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CITY TRANSIT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WAYFINDING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7196D-65EA-421C-87AA-C712FE8B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A0A0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4642C-D842-494E-8164-10295C93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A1512-6084-43A0-9CE7-A159FA7F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29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43DCC-A75C-450E-AB0F-AE75F4A0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81F2B-4487-44D3-8E5B-28CDCFF2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 47 WAYFINDING  /  01</a:t>
            </a:r>
          </a:p>
        </p:txBody>
      </p:sp>
    </p:spTree>
    <p:extLst>
      <p:ext uri="{BB962C8B-B14F-4D97-AF65-F5344CB8AC3E}">
        <p14:creationId xmlns:p14="http://schemas.microsoft.com/office/powerpoint/2010/main" val="1690826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6A9EE-CE1B-4B16-A460-C468EB89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Navigation fails when layers compete.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25776-B9F3-4CA3-9F2D-C94E762D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16440-6939-4249-B99C-3D89A99E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ROUTE NAMES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8FA64-E49F-4221-B04D-27D4469A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76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3C3C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C3C3C"/>
                </a:solidFill>
                <a:latin typeface="Helvetica Neue"/>
                <a:ea typeface="Helvetica Neue"/>
                <a:cs typeface="Helvetica Neue"/>
              </a:rPr>
              <a:t>drift across surfaces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5C422-C186-45D5-B147-AE061696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8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23D13-0250-44D0-A621-9364487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E2CCC-B0BE-4CB4-A5AD-5639CD2A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TRANSFERS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60C09-DB93-4DEA-BC2B-DDCA3022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3C3C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C3C3C"/>
                </a:solidFill>
                <a:latin typeface="Helvetica Neue"/>
                <a:ea typeface="Helvetica Neue"/>
                <a:cs typeface="Helvetica Neue"/>
              </a:rPr>
              <a:t>appear too 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EBAB6-EF59-4CD8-95BD-10DC020A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95700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8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22BB2-F8C3-43EA-94C6-707998F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CC5F5-0DEF-4A52-94EB-539C6FF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LABELS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644ED-12BE-4074-B354-B146E01E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3C3C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C3C3C"/>
                </a:solidFill>
                <a:latin typeface="Helvetica Neue"/>
                <a:ea typeface="Helvetica Neue"/>
                <a:cs typeface="Helvetica Neue"/>
              </a:rPr>
              <a:t>collide under stress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3D3C8-1C74-42DC-856C-67839A08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00600"/>
            <a:ext cx="866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90CB-B284-449F-89BE-B671A133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BBE0C-4B8F-45AF-96CD-707153C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 47 WAYFINDING  /  02</a:t>
            </a:r>
          </a:p>
        </p:txBody>
      </p:sp>
    </p:spTree>
    <p:extLst>
      <p:ext uri="{BB962C8B-B14F-4D97-AF65-F5344CB8AC3E}">
        <p14:creationId xmlns:p14="http://schemas.microsoft.com/office/powerpoint/2010/main" val="267056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0E688-90E1-4404-BEA0-15AF570F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 RULES FIX THE JOURNEY.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20BD3-0DD4-413F-B351-CCD6254E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6F9F7-B190-47AC-8165-A4D8A58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0559A-E8F7-4E5A-9172-4692B84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NUMBER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B7DC7-83EE-4C6D-B360-8AEB2B79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3FA3A-8694-4327-9317-BD187E10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CC696-CA9A-49E6-90F8-5A113028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814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GRID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E03AF-647A-4C41-A5AD-C0FA9F99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2E56E-2D39-4333-A7DB-EE218158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90559-A692-4368-957A-713DD80E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814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ACCESS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F7577-309C-45ED-B1F4-61CBAE51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5265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ECF37-676D-46C7-93B9-6F286CC8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76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FB705-74B6-4CEA-9C47-B0FF73F2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LANGUAGE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E1AFA-3288-4857-97DA-5C6FE5C0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00BEE-A758-4EAC-A24B-D3A255CC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LINE 47 WAYFINDING  /  03</a:t>
            </a:r>
          </a:p>
        </p:txBody>
      </p:sp>
    </p:spTree>
    <p:extLst>
      <p:ext uri="{BB962C8B-B14F-4D97-AF65-F5344CB8AC3E}">
        <p14:creationId xmlns:p14="http://schemas.microsoft.com/office/powerpoint/2010/main" val="1268858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03ACC-34CB-484D-9F6A-519D61D9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Route grammar is a sequence, not a decoration.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60314-7933-46DE-8555-1119EA1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0A0A0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D75E0-6A2B-4D2E-8D2E-6B358EEF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ED1B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CC9F1-30C9-402B-AEF4-02412C4E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FF88C-5B93-45CC-BD0E-4E23EAA5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GLASSWORKS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6A94-1C4F-46A4-AECA-66B93C38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075E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5F766-086D-46AF-81FD-757E710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31E02-B900-4CCC-9DA9-32A174C6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005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CENTRAL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83516-C043-4A46-9A5A-098DA64F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ED1B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1062-6564-406B-92CB-890B5A70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669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E08D8-CB0B-42F9-AF24-FC8C8C9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005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HARBOR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CA656-B364-404E-87D8-061C763F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075E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1017D-4DF4-4571-AD14-F3516736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217FE-70D4-40CF-BB99-41C73521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NORTH YARD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1FFFA-2B20-4EAB-832B-26A5D498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81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ED1B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34B14-B308-444C-BA95-4C056060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E6F86-55D0-45DA-9A3B-957994A8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0050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TERMINUS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10A44-BB9C-4F65-A13A-DF947BF4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3F372-F12F-4C1F-B343-D082777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 47 WAYFINDING  /  04</a:t>
            </a:r>
          </a:p>
        </p:txBody>
      </p:sp>
    </p:spTree>
    <p:extLst>
      <p:ext uri="{BB962C8B-B14F-4D97-AF65-F5344CB8AC3E}">
        <p14:creationId xmlns:p14="http://schemas.microsoft.com/office/powerpoint/2010/main" val="1722512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1230F-43C4-4465-9248-CFDDF3C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Read the station from thirty meters.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4CA40-4F57-45CE-BA77-A45ED9A6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66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FF496-293F-4117-B252-0C2BB92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771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3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95CB5-E9F8-4A47-A66B-14F5AE8B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HARBOR / NORTH YARD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CEF92-1273-4EF3-AD3E-9D5A494A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909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CONCOURSE B 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9A434-4202-4F2A-B37C-7B09D250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80B1C-609A-4061-8FAC-92169B9A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19494-D606-490C-992F-61AF4064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7B1E0-AE4A-4C37-8D17-3884A0A7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DESTINATION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7C2AC-CA86-47E5-97D1-351EDE57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38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20632-F5A4-40F1-A5DB-27E7177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3A708-45C9-42EF-825E-B87E4CBE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20B6D-6C5C-44E2-BF82-034F6FA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 47 WAYFINDING  /  05</a:t>
            </a:r>
          </a:p>
        </p:txBody>
      </p:sp>
    </p:spTree>
    <p:extLst>
      <p:ext uri="{BB962C8B-B14F-4D97-AF65-F5344CB8AC3E}">
        <p14:creationId xmlns:p14="http://schemas.microsoft.com/office/powerpoint/2010/main" val="2089337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A06AC-609A-4B21-B98F-A14886D9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 icon should survive speed, glare, and distance.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78E58-A5E0-4A95-9603-8D62BF1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B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4811dcd3d424b">
            <a:extLst>
              <a:ext uri="{96DAC541-7B7A-43D3-8B79-37D633B846F1}">
                <asvg:svgBlip xmlns:asvg="http://schemas.microsoft.com/office/drawing/2016/SVG/main" r:embed="R0cdd982b781247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24574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46D40-011E-4F5A-8502-12E00484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CB8B9-6B6D-4845-B298-4EFC3809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B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595e1ac234434">
            <a:extLst>
              <a:ext uri="{96DAC541-7B7A-43D3-8B79-37D633B846F1}">
                <asvg:svgBlip xmlns:asvg="http://schemas.microsoft.com/office/drawing/2016/SVG/main" r:embed="Rd3c95ec2f92246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00400" y="24574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9B80D-D06F-4708-A9A6-A5237310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14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STRAIGHT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92573-C58C-4BF5-8946-EADB2EC5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B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412be7e504de1">
            <a:extLst>
              <a:ext uri="{96DAC541-7B7A-43D3-8B79-37D633B846F1}">
                <asvg:svgBlip xmlns:asvg="http://schemas.microsoft.com/office/drawing/2016/SVG/main" r:embed="R2720d340b8ef44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48300" y="24574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30AF3-AE5A-43BA-B13F-0C558C2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14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3E897-E479-49FC-A24B-08D0735E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B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a898e7efc4c4a">
            <a:extLst>
              <a:ext uri="{96DAC541-7B7A-43D3-8B79-37D633B846F1}">
                <asvg:svgBlip xmlns:asvg="http://schemas.microsoft.com/office/drawing/2016/SVG/main" r:embed="Rc5fc5b60abad4f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96200" y="24574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39981-753E-46C3-906A-3CBA6801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10986-88DB-4E98-B6AB-4E5E3C3B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B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6eb8e80bd4ab4">
            <a:extLst>
              <a:ext uri="{96DAC541-7B7A-43D3-8B79-37D633B846F1}">
                <asvg:svgBlip xmlns:asvg="http://schemas.microsoft.com/office/drawing/2016/SVG/main" r:embed="R431c222a92204a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44100" y="24574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0235F-DF54-467A-90AC-57BD0EAC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14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DC2AF-F54A-4728-ADA6-0A35D638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7132E-826C-472C-BD50-F8C2587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LINE 47 WAYFINDING  /  06</a:t>
            </a:r>
          </a:p>
        </p:txBody>
      </p:sp>
    </p:spTree>
    <p:extLst>
      <p:ext uri="{BB962C8B-B14F-4D97-AF65-F5344CB8AC3E}">
        <p14:creationId xmlns:p14="http://schemas.microsoft.com/office/powerpoint/2010/main" val="1417335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71A6E-1E79-4E7D-9827-065E263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Access and language stay in a fixed order.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AC90F-1769-44F9-B684-B9924375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3A050-109A-496D-958B-F86401F3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DFDCE-6E51-426C-930D-FB1EA825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05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HARBOR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72186-13E4-4D24-8C75-E8E1D82B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7650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8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44CA3-BB28-42AE-884B-9A81B6F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E8D04-D332-47C1-A827-1E2B229D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28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SECONDARY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1A516-6D52-45E5-A614-98D59AD0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PUERTO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6D98E-3C59-4486-BE1F-371C59E5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8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CFC74-3E37-45C8-8AD6-11AE374D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EC53E-34AF-403F-AD63-1865669D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86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5395B-1EED-4DAF-8064-8BCD11A1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ELEVATOR 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8495F-D81B-4976-AF33-33353F1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BD7F7-6100-41CF-887F-0E0D3874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D2F78-0CE5-4799-8578-19F3AC19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10839-5EA5-4F05-A698-D7D251F4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TRACK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06263-2242-4CDA-907D-239B4C8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2E3D7-6EB1-4328-879F-B6344DFF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C2483-461F-4351-8BAC-621CEF26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 47 WAYFINDING  /  07</a:t>
            </a:r>
          </a:p>
        </p:txBody>
      </p:sp>
    </p:spTree>
    <p:extLst>
      <p:ext uri="{BB962C8B-B14F-4D97-AF65-F5344CB8AC3E}">
        <p14:creationId xmlns:p14="http://schemas.microsoft.com/office/powerpoint/2010/main" val="19466648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9ED2E-900C-4966-919D-423BF34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 transfer reads before the turn.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3FF4E-A033-4FEA-8019-DC04CBBD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FD55D-F358-43B9-AA74-AF1FA95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5974C-EBD3-41A2-90B0-5AB26DF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ARRIVE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B40CA-0533-4AE7-B5A7-2C3A79B5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Glassworks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08A71-78A0-4A10-B34C-ACC952B4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A8238-AA71-4B72-9524-AE89083B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A0A0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2D1F3-9A44-4DFB-8224-BAAE2215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8AC26-7C76-430A-947B-1463ED5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19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Line 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8E908-FD5C-4215-BD1E-93F900A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80989-6583-4EF5-A450-258CE5CB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57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A0A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AF379-09CA-40DF-BB24-7848421C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1E794-2693-46E9-A172-BD94CA3A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19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Concourse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58723-F533-4940-AFC4-AB0DA7E3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B705C-A2F5-4527-9D1D-B0DF7D4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A0A0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F7930-F9C9-4EAB-8D72-A2E51636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2709E-9AE1-4062-8A1C-848893F8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Red Line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95B98-C006-4E9F-8A1E-47A87791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A8614-ABA7-4F0F-9B52-57A6C48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A0A0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62D87-9956-42EC-9236-5BD30DFE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EXIT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10F5C-AF88-4C34-8305-1DB8635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Harbor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AA4D0-8F3E-4251-8423-876F2F00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No interpretation required at the decision point.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C62FB-8436-4D6C-B87C-833CF88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4E4CF-3AB7-4649-8683-ACDD48CA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 47 WAYFINDING  /  08</a:t>
            </a:r>
          </a:p>
        </p:txBody>
      </p:sp>
    </p:spTree>
    <p:extLst>
      <p:ext uri="{BB962C8B-B14F-4D97-AF65-F5344CB8AC3E}">
        <p14:creationId xmlns:p14="http://schemas.microsoft.com/office/powerpoint/2010/main" val="1162910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ADF09-507F-405D-A528-19B65226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Rollout moves from audit to standard.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E1A26-D14B-4F7E-93E3-7BF91F74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A0A0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1AFA0-3270-453E-9FAB-D1791F6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9CC7C-8A9D-402C-A949-A6E3BF39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3479A-55A9-4932-A491-A79C061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Language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3E262-9958-4353-A34A-A2C15B43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B2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37D19-A7B7-46CB-A1BC-0B897702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10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12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AB790-1998-47E5-814D-2FAE767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8EDC7-4283-4DFB-AAEE-97F20F89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2C1B1-F7D8-4518-B801-0A6E03B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2-station corridor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855D7-ED15-4B14-A27E-D1315E49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14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4E46B-406F-48FF-A98E-4106F158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10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24 WEEKS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18B27-4234-446D-BA81-98E43C5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ED92D-289F-4D9E-8F1C-1B0BA3B3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CBDE7-71F5-454B-AE1B-6DBC13B8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Complete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75327-1806-4B80-A18F-0CADCB5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14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B2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AD378-4274-4F20-8404-7F541C8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0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36 WEEKS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2697E-9683-440E-B851-32E4A375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526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075EB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DF523-B47F-4D80-9E66-8E57C660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6BC93-F74A-4EBA-99FD-D89F555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Procurement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95B8D-AE0C-413C-8BD4-28F09B26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14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012C8-D949-4618-8FA3-D3BAE4F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0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NETWORK 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B0ECD-B2AB-4201-B80B-698F655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08267F-7937-43F4-A52F-A6AC4E53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A0A0A"/>
                </a:solidFill>
                <a:latin typeface="Helvetica Neue"/>
                <a:ea typeface="Helvetica Neue"/>
                <a:cs typeface="Helvetica Neue"/>
              </a:rPr>
              <a:t>LINE 47 WAYFINDING  /  09</a:t>
            </a:r>
          </a:p>
        </p:txBody>
      </p:sp>
    </p:spTree>
    <p:extLst>
      <p:ext uri="{BB962C8B-B14F-4D97-AF65-F5344CB8AC3E}">
        <p14:creationId xmlns:p14="http://schemas.microsoft.com/office/powerpoint/2010/main" val="1433297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F765C-0D6B-4CB4-B63A-18DD7C0C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0" b="1" i="0">
                <a:solidFill>
                  <a:srgbClr val="ED1B2F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1B940-2D7B-43E2-B2BA-3BF4E77D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SYSTEM.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READING ORDER.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CALM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0CD12-3DF3-4A97-96EA-2AF62E3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800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04B14-2726-44BF-95B7-EB6076F0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763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ROUTE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DESTINATION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A516D-1DD2-4EDB-99DC-62B0D6B1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62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EB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82A12-6521-44E1-B921-8B247895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8635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17CCF-3023-45D4-819E-5AB09E06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10B13-9898-40C1-A0A6-17DA869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LINE 47 WAYFINDING  /  10</a:t>
            </a:r>
          </a:p>
        </p:txBody>
      </p:sp>
    </p:spTree>
    <p:extLst>
      <p:ext uri="{BB962C8B-B14F-4D97-AF65-F5344CB8AC3E}">
        <p14:creationId xmlns:p14="http://schemas.microsoft.com/office/powerpoint/2010/main" val="1864099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2026-08-11T11:29:09.5130000Z</dcterms:created>
  <dcterms:modified xsi:type="dcterms:W3CDTF">2026-08-11T11:29:09.5130000Z</dcterms:modified>
</coreProperties>
</file>