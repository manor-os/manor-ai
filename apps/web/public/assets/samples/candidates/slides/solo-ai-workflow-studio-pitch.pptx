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9e51e3db5146aa" /><Relationship Type="http://schemas.openxmlformats.org/officeDocument/2006/relationships/extended-properties" Target="/docProps/app.xml" Id="R8f0acbf137c74af4" /><Relationship Type="http://schemas.openxmlformats.org/officeDocument/2006/relationships/officeDocument" Target="/ppt/presentation.xml" Id="R0210bf94a7c044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ebe6b8510d44e4"/>
  </p:sldMasterIdLst>
  <p:notesMasterIdLst>
    <p:notesMasterId xmlns:r="http://schemas.openxmlformats.org/officeDocument/2006/relationships" r:id="R83dd4b2b46054494"/>
  </p:notesMasterIdLst>
  <p:sldIdLst>
    <p:sldId xmlns:r="http://schemas.openxmlformats.org/officeDocument/2006/relationships" id="256" r:id="Rc8a81967eb8a4b3a"/>
    <p:sldId xmlns:r="http://schemas.openxmlformats.org/officeDocument/2006/relationships" id="257" r:id="Re0c4d27dad984ace"/>
    <p:sldId xmlns:r="http://schemas.openxmlformats.org/officeDocument/2006/relationships" id="258" r:id="Rb7a3cacfbe504825"/>
    <p:sldId xmlns:r="http://schemas.openxmlformats.org/officeDocument/2006/relationships" id="259" r:id="R55dd0aeebe894d4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ebe6b8510d44e4" /><Relationship Type="http://schemas.openxmlformats.org/officeDocument/2006/relationships/theme" Target="/ppt/theme/theme1.xml" Id="R2400f771eda84ff4" /><Relationship Type="http://schemas.openxmlformats.org/officeDocument/2006/relationships/notesMaster" Target="/ppt/notesMasters/notesMaster1.xml" Id="R83dd4b2b46054494" /><Relationship Type="http://schemas.openxmlformats.org/officeDocument/2006/relationships/presProps" Target="/ppt/presProps.xml" Id="R536d01087b5b4de2" /><Relationship Type="http://schemas.openxmlformats.org/officeDocument/2006/relationships/viewProps" Target="/ppt/viewProps.xml" Id="R1d9bcc8803e34de8" /><Relationship Type="http://schemas.openxmlformats.org/officeDocument/2006/relationships/tableStyles" Target="/ppt/tableStyles.xml" Id="R5bc6585c67f047f0" /><Relationship Type="http://schemas.openxmlformats.org/officeDocument/2006/relationships/slide" Target="/ppt/slides/slide1.xml" Id="Rc8a81967eb8a4b3a" /><Relationship Type="http://schemas.openxmlformats.org/officeDocument/2006/relationships/slide" Target="/ppt/slides/slide2.xml" Id="Re0c4d27dad984ace" /><Relationship Type="http://schemas.openxmlformats.org/officeDocument/2006/relationships/slide" Target="/ppt/slides/slide3.xml" Id="Rb7a3cacfbe504825" /><Relationship Type="http://schemas.openxmlformats.org/officeDocument/2006/relationships/slide" Target="/ppt/slides/slide4.xml" Id="R55dd0aeebe894d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3c41fd95c8747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17a889c4c14d1d" /><Relationship Type="http://schemas.openxmlformats.org/officeDocument/2006/relationships/notesMaster" Target="/ppt/notesMasters/notesMaster1.xml" Id="R73975203228147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3ac40a079b4152" /><Relationship Type="http://schemas.openxmlformats.org/officeDocument/2006/relationships/notesMaster" Target="/ppt/notesMasters/notesMaster1.xml" Id="R56944f8629844d9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50ff126d464ece" /><Relationship Type="http://schemas.openxmlformats.org/officeDocument/2006/relationships/notesMaster" Target="/ppt/notesMasters/notesMaster1.xml" Id="R14bf5cd5b65b46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4234b1a4404204" /><Relationship Type="http://schemas.openxmlformats.org/officeDocument/2006/relationships/notesMaster" Target="/ppt/notesMasters/notesMaster1.xml" Id="R3d8427b9f5394c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6f57f4d95949a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988081fc5c44293" /><Relationship Type="http://schemas.openxmlformats.org/officeDocument/2006/relationships/slideLayout" Target="/ppt/slideLayouts/slideLayout2.xml" Id="R52b907cb1b2247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b907cb1b2247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b7416d482546c9" /><Relationship Type="http://schemas.openxmlformats.org/officeDocument/2006/relationships/notesSlide" Target="/ppt/notesSlides/notesSlide1.xml" Id="R0f752867537f45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646f710c37454b" /><Relationship Type="http://schemas.openxmlformats.org/officeDocument/2006/relationships/notesSlide" Target="/ppt/notesSlides/notesSlide2.xml" Id="R78440c38a7d64d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a039f38a564d4d" /><Relationship Type="http://schemas.openxmlformats.org/officeDocument/2006/relationships/notesSlide" Target="/ppt/notesSlides/notesSlide3.xml" Id="R19e1fdcecce34e5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573e38194f4551" /><Relationship Type="http://schemas.openxmlformats.org/officeDocument/2006/relationships/notesSlide" Target="/ppt/notesSlides/notesSlide4.xml" Id="R7df8f133179946c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E0DC07-12B0-43C7-A2F6-1AA3D28A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5E1529-FB9B-4AF9-8859-FA6C0BEE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EAD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EEAD4"/>
                </a:solidFill>
                <a:latin typeface="Aptos"/>
                <a:ea typeface="Aptos"/>
                <a:cs typeface="Aptos"/>
              </a:rPr>
              <a:t>SOLO AI WORKFLOW STUDIO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6AA039-6DA2-4295-9271-C8E50E96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7239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把个人业务里的重复流程变成 AI 工作台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447AE7-A7EA-44CE-96BA-7A1B3509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609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适合独立顾问、创作者、摄影师、设计师和个人服务公司。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BBEFDD-6BF8-4509-BB84-01D1D926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314450"/>
            <a:ext cx="8763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9D8164-C230-4B8C-A0CD-95AC84F0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47850"/>
            <a:ext cx="8763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C5F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CFDEEB-DBC2-4601-9F4B-1691AFEB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381250"/>
            <a:ext cx="8763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93AD28-A83A-4E0C-80CE-E601873E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695950"/>
            <a:ext cx="857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5EEAD4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5EEAD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7456609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26C9EB-0557-4781-8322-5845CC43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5628F7-F9DF-4ADD-9E4B-4EE53CCF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OFFER LADDER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68401B-7752-4A29-90CC-9B429ABA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7620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三档套餐让个人服务也能标准化交付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767F8A-0C53-4325-9838-9F4BC98F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E3E503-094E-436F-8F5A-AD81A4229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718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Starter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B0F586-8A33-43D0-9AF4-101B6509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6235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90 分钟诊断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2103B8-042E-4B30-B685-724B0F52B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243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$199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443D37-1D7C-41F1-8846-E5CE52B8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4795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70DA7A-5FB3-4A8F-904E-8A23D3A3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718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AE1C94-D4C1-414C-8488-7DA96DAB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6235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7 天搭建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5176FF-4874-4CD2-AC22-A928B0C8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243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$890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0A60CA-77A1-45F8-8F0D-7683F6D3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4795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CC9FB7-D1F0-45EA-8CDB-6504E04B1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718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Retainer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45A0C5-1FDD-4D5E-97FD-8CF239C0E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6235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月度优化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519E2D-7268-400B-9C36-4F0BF95D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243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$490/mo</a:t>
            </a:r>
          </a:p>
        </p:txBody>
      </p:sp>
    </p:spTree>
    <p:extLst>
      <p:ext uri="{BB962C8B-B14F-4D97-AF65-F5344CB8AC3E}">
        <p14:creationId xmlns:p14="http://schemas.microsoft.com/office/powerpoint/2010/main" val="75855301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8C0A75-A84F-42A7-9157-FB4BEC28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E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A7A3BC-2E1D-43EF-B1D9-D43782D5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WORKFLOW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546830-4A93-46AE-98F1-FE22D8F9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800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从私信线索到交付复盘的自动化路径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E331D2-0494-46FF-B8D3-13497D70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62300"/>
            <a:ext cx="1428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7E8F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761931-13AD-4412-9E7E-73D4C33D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2900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5E7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5E75"/>
                </a:solidFill>
                <a:latin typeface="Aptos"/>
                <a:ea typeface="Aptos"/>
                <a:cs typeface="Aptos"/>
              </a:rPr>
              <a:t>Lead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EC7E3D-B6DA-45B4-A665-68EE1473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524250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9FE766-651F-4050-B831-C55D2078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162300"/>
            <a:ext cx="1428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7E8F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4A458C-22CB-4B39-87F2-2FF5439C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2900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5E7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5E75"/>
                </a:solidFill>
                <a:latin typeface="Aptos"/>
                <a:ea typeface="Aptos"/>
                <a:cs typeface="Aptos"/>
              </a:rPr>
              <a:t>Quote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2CA6EF-327E-41BE-80A2-8F801AF3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24250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BEFD7B-17F4-40D9-A688-15267D693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62300"/>
            <a:ext cx="1428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7E8F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0AF9A4-AC6A-41A5-9856-BCCCBEC4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42900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5E7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5E75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C34B92-FD11-443B-B414-6D1AF8036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24250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88B110-247E-4E51-B8DA-13124E44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62300"/>
            <a:ext cx="1428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7E8F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628FF9-226D-4A58-A6DC-A4E0F1D6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42900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5E7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5E75"/>
                </a:solidFill>
                <a:latin typeface="Aptos"/>
                <a:ea typeface="Aptos"/>
                <a:cs typeface="Aptos"/>
              </a:rPr>
              <a:t>Handoff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25CAF2-F3EF-453C-8833-40B32492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24250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ADAAB1-0EFA-4469-8FB5-F76B47DF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62300"/>
            <a:ext cx="1428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7E8F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CCB685-C9A7-41C6-BECD-BB5526E6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42900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5E7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5E75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D2EAA9-ED22-41DC-ADFC-4E0071C5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590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每一步都留下可追踪状态、提醒和复盘数据。</a:t>
            </a:r>
          </a:p>
        </p:txBody>
      </p:sp>
    </p:spTree>
    <p:extLst>
      <p:ext uri="{BB962C8B-B14F-4D97-AF65-F5344CB8AC3E}">
        <p14:creationId xmlns:p14="http://schemas.microsoft.com/office/powerpoint/2010/main" val="86105589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C32D81-FBAF-4A5B-AD75-20C6F612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18934B-7023-487F-95FF-5DB5E66A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A580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A580C"/>
                </a:solidFill>
                <a:latin typeface="Aptos"/>
                <a:ea typeface="Aptos"/>
                <a:cs typeface="Aptos"/>
              </a:rPr>
              <a:t>30-DAY LAUNCH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010804-E482-43C0-B055-5FB5022E4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7810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431407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431407"/>
                </a:solidFill>
                <a:latin typeface="Aptos"/>
                <a:ea typeface="Aptos"/>
                <a:cs typeface="Aptos"/>
              </a:rPr>
              <a:t>30 天把服务包装、样例和获客渠道跑起来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49D4A1-DB6C-4261-A622-639435B6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2095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ED7A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BA0CF5-680D-47E4-B80D-760B8EC6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051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A580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A580C"/>
                </a:solidFill>
                <a:latin typeface="Aptos"/>
                <a:ea typeface="Aptos"/>
                <a:cs typeface="Aptos"/>
              </a:rPr>
              <a:t>W1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3DB6AC-F80C-443E-A31F-FA0F159A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623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3140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431407"/>
                </a:solidFill>
                <a:latin typeface="Aptos"/>
                <a:ea typeface="Aptos"/>
                <a:cs typeface="Aptos"/>
              </a:rPr>
              <a:t>定位与报价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1C6EA5-CE81-47A1-A4CA-9D868E0AF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76550"/>
            <a:ext cx="2095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ED7A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8E1EB8-752E-4457-974C-9F338AA8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1051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A580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A580C"/>
                </a:solidFill>
                <a:latin typeface="Aptos"/>
                <a:ea typeface="Aptos"/>
                <a:cs typeface="Aptos"/>
              </a:rPr>
              <a:t>W2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7AEB3B-27ED-4ECA-890A-0A88D733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5623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3140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431407"/>
                </a:solidFill>
                <a:latin typeface="Aptos"/>
                <a:ea typeface="Aptos"/>
                <a:cs typeface="Aptos"/>
              </a:rPr>
              <a:t>官网与样例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5CBE94-349D-42A1-9BFD-ACFF0D739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76550"/>
            <a:ext cx="2095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ED7A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92B60D-000C-4972-87E6-31382E95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051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A580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A580C"/>
                </a:solidFill>
                <a:latin typeface="Aptos"/>
                <a:ea typeface="Aptos"/>
                <a:cs typeface="Aptos"/>
              </a:rPr>
              <a:t>W3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D7B0B8-B9A9-4526-854B-47BD4A34A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623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3140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431407"/>
                </a:solidFill>
                <a:latin typeface="Aptos"/>
                <a:ea typeface="Aptos"/>
                <a:cs typeface="Aptos"/>
              </a:rPr>
              <a:t>内容发布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22E797-29D3-473C-8DBA-67B7FBB0B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76550"/>
            <a:ext cx="2095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ED7A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34AEAF-0D1D-4125-A547-128D2A51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051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A580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A580C"/>
                </a:solidFill>
                <a:latin typeface="Aptos"/>
                <a:ea typeface="Aptos"/>
                <a:cs typeface="Aptos"/>
              </a:rPr>
              <a:t>W4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7023E2-56CE-432F-BC3C-157926CE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5623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3140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431407"/>
                </a:solidFill>
                <a:latin typeface="Aptos"/>
                <a:ea typeface="Aptos"/>
                <a:cs typeface="Aptos"/>
              </a:rPr>
              <a:t>复盘与跟进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6A83E9-2630-43FC-948D-5704E3E7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054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9A341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9A3412"/>
                </a:solidFill>
                <a:latin typeface="Aptos"/>
                <a:ea typeface="Aptos"/>
                <a:cs typeface="Aptos"/>
              </a:rPr>
              <a:t>目标：拿到 3 个诊断预约、1 个 Build 客户、沉淀 5 个公开案例素材。</a:t>
            </a:r>
          </a:p>
        </p:txBody>
      </p:sp>
    </p:spTree>
    <p:extLst>
      <p:ext uri="{BB962C8B-B14F-4D97-AF65-F5344CB8AC3E}">
        <p14:creationId xmlns:p14="http://schemas.microsoft.com/office/powerpoint/2010/main" val="12550125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2026-05-13T04:19:39.1030000Z</dcterms:created>
  <dcterms:modified xsi:type="dcterms:W3CDTF">2026-05-13T04:19:39.1030000Z</dcterms:modified>
</coreProperties>
</file>